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83" r:id="rId4"/>
  </p:sldMasterIdLst>
  <p:notesMasterIdLst>
    <p:notesMasterId r:id="rId6"/>
  </p:notesMasterIdLst>
  <p:handoutMasterIdLst>
    <p:handoutMasterId r:id="rId7"/>
  </p:handoutMasterIdLst>
  <p:sldIdLst>
    <p:sldId id="8880" r:id="rId5"/>
  </p:sldIdLst>
  <p:sldSz cx="12192000" cy="6858000"/>
  <p:notesSz cx="6950075" cy="9236075"/>
  <p:custDataLst>
    <p:tags r:id="rId8"/>
  </p:custDataLst>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3840" userDrawn="1">
          <p15:clr>
            <a:srgbClr val="A4A3A4"/>
          </p15:clr>
        </p15:guide>
        <p15:guide id="6" orient="horz" pos="363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E189EC-10D0-F876-0321-6E26D67990E2}" name="Felipe Veiga" initials="FV" userId="S::felipe.bveiga@xpi.com.br::29d82955-035a-46d2-8c02-fc4125ffa59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lexandre Charro" initials="AC" lastIdx="1" clrIdx="0">
    <p:extLst>
      <p:ext uri="{19B8F6BF-5375-455C-9EA6-DF929625EA0E}">
        <p15:presenceInfo xmlns:p15="http://schemas.microsoft.com/office/powerpoint/2012/main" userId="S-1-5-21-825419234-150732314-3353524455-56516" providerId="AD"/>
      </p:ext>
    </p:extLst>
  </p:cmAuthor>
  <p:cmAuthor id="2" name="Celine Castilho" initials="CC" lastIdx="2" clrIdx="1">
    <p:extLst>
      <p:ext uri="{19B8F6BF-5375-455C-9EA6-DF929625EA0E}">
        <p15:presenceInfo xmlns:p15="http://schemas.microsoft.com/office/powerpoint/2012/main" userId="S::celine.castilho@xpi.com.br::2590b44e-83a4-4c1a-b270-b76c45ed9ca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EB3DF"/>
    <a:srgbClr val="3F3F3F"/>
    <a:srgbClr val="7E7E7E"/>
    <a:srgbClr val="162130"/>
    <a:srgbClr val="323436"/>
    <a:srgbClr val="323440"/>
    <a:srgbClr val="000000"/>
    <a:srgbClr val="1F2F44"/>
    <a:srgbClr val="A5A5A5"/>
    <a:srgbClr val="1819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édio 2 - Ênfas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073" autoAdjust="0"/>
    <p:restoredTop sz="87280" autoAdjust="0"/>
  </p:normalViewPr>
  <p:slideViewPr>
    <p:cSldViewPr snapToGrid="0">
      <p:cViewPr varScale="1">
        <p:scale>
          <a:sx n="111" d="100"/>
          <a:sy n="111" d="100"/>
        </p:scale>
        <p:origin x="762" y="96"/>
      </p:cViewPr>
      <p:guideLst>
        <p:guide pos="3840"/>
        <p:guide orient="horz" pos="3634"/>
      </p:guideLst>
    </p:cSldViewPr>
  </p:slideViewPr>
  <p:outlineViewPr>
    <p:cViewPr>
      <p:scale>
        <a:sx n="33" d="100"/>
        <a:sy n="33" d="100"/>
      </p:scale>
      <p:origin x="0" y="-13122"/>
    </p:cViewPr>
  </p:outlineViewPr>
  <p:notesTextViewPr>
    <p:cViewPr>
      <p:scale>
        <a:sx n="75" d="100"/>
        <a:sy n="75" d="100"/>
      </p:scale>
      <p:origin x="0" y="0"/>
    </p:cViewPr>
  </p:notesTextViewPr>
  <p:sorterViewPr>
    <p:cViewPr varScale="1">
      <p:scale>
        <a:sx n="1" d="1"/>
        <a:sy n="1" d="1"/>
      </p:scale>
      <p:origin x="0" y="0"/>
    </p:cViewPr>
  </p:sorterViewPr>
  <p:notesViewPr>
    <p:cSldViewPr snapToGrid="0">
      <p:cViewPr varScale="1">
        <p:scale>
          <a:sx n="90" d="100"/>
          <a:sy n="90" d="100"/>
        </p:scale>
        <p:origin x="3750" y="72"/>
      </p:cViewPr>
      <p:guideLst/>
    </p:cSldViewPr>
  </p:notesViewPr>
  <p:gridSpacing cx="59999" cy="59999"/>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notesMaster" Target="notesMasters/notesMaster1.xml"/><Relationship Id="rId7" Type="http://schemas.openxmlformats.org/officeDocument/2006/relationships/handoutMaster" Target="handoutMasters/handoutMaster1.xml"/><Relationship Id="rId8" Type="http://schemas.openxmlformats.org/officeDocument/2006/relationships/tags" Target="tags/tag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1"/>
            <a:ext cx="3012457" cy="462622"/>
          </a:xfrm>
          <a:prstGeom prst="rect">
            <a:avLst/>
          </a:prstGeom>
        </p:spPr>
        <p:txBody>
          <a:bodyPr vert="horz" lIns="91440" tIns="45720" rIns="91440" bIns="45720" rtlCol="0"/>
          <a:lstStyle>
            <a:lvl1pPr algn="l">
              <a:defRPr sz="1200"/>
            </a:lvl1pPr>
          </a:lstStyle>
          <a:p>
            <a:endParaRPr lang="pt-BR" dirty="0">
              <a:latin typeface="Arial" panose="020B0604020202020204" pitchFamily="34" charset="0"/>
            </a:endParaRPr>
          </a:p>
        </p:txBody>
      </p:sp>
      <p:sp>
        <p:nvSpPr>
          <p:cNvPr id="3" name="Espaço Reservado para Data 2"/>
          <p:cNvSpPr>
            <a:spLocks noGrp="1"/>
          </p:cNvSpPr>
          <p:nvPr>
            <p:ph type="dt" sz="quarter" idx="1"/>
          </p:nvPr>
        </p:nvSpPr>
        <p:spPr>
          <a:xfrm>
            <a:off x="3935996" y="1"/>
            <a:ext cx="3012457" cy="462622"/>
          </a:xfrm>
          <a:prstGeom prst="rect">
            <a:avLst/>
          </a:prstGeom>
        </p:spPr>
        <p:txBody>
          <a:bodyPr vert="horz" lIns="91440" tIns="45720" rIns="91440" bIns="45720" rtlCol="0"/>
          <a:lstStyle>
            <a:lvl1pPr algn="r">
              <a:defRPr sz="1200"/>
            </a:lvl1pPr>
          </a:lstStyle>
          <a:p>
            <a:fld id="{5DAB6854-BA43-4188-8D71-6CA4AD99B547}" type="datetimeFigureOut">
              <a:rPr lang="pt-BR" smtClean="0">
                <a:latin typeface="Arial" panose="020B0604020202020204" pitchFamily="34" charset="0"/>
              </a:rPr>
              <a:t>11/09/2026</a:t>
            </a:fld>
            <a:endParaRPr lang="pt-BR" dirty="0">
              <a:latin typeface="Arial" panose="020B0604020202020204" pitchFamily="34" charset="0"/>
            </a:endParaRPr>
          </a:p>
        </p:txBody>
      </p:sp>
      <p:sp>
        <p:nvSpPr>
          <p:cNvPr id="4" name="Espaço Reservado para Rodapé 3"/>
          <p:cNvSpPr>
            <a:spLocks noGrp="1"/>
          </p:cNvSpPr>
          <p:nvPr>
            <p:ph type="ftr" sz="quarter" idx="2"/>
          </p:nvPr>
        </p:nvSpPr>
        <p:spPr>
          <a:xfrm>
            <a:off x="0" y="8773453"/>
            <a:ext cx="3012457" cy="462622"/>
          </a:xfrm>
          <a:prstGeom prst="rect">
            <a:avLst/>
          </a:prstGeom>
        </p:spPr>
        <p:txBody>
          <a:bodyPr vert="horz" lIns="91440" tIns="45720" rIns="91440" bIns="45720" rtlCol="0" anchor="b"/>
          <a:lstStyle>
            <a:lvl1pPr algn="l">
              <a:defRPr sz="1200"/>
            </a:lvl1pPr>
          </a:lstStyle>
          <a:p>
            <a:endParaRPr lang="pt-BR" dirty="0">
              <a:latin typeface="Arial" panose="020B0604020202020204" pitchFamily="34" charset="0"/>
            </a:endParaRPr>
          </a:p>
        </p:txBody>
      </p:sp>
      <p:sp>
        <p:nvSpPr>
          <p:cNvPr id="5" name="Espaço Reservado para Número de Slide 4"/>
          <p:cNvSpPr>
            <a:spLocks noGrp="1"/>
          </p:cNvSpPr>
          <p:nvPr>
            <p:ph type="sldNum" sz="quarter" idx="3"/>
          </p:nvPr>
        </p:nvSpPr>
        <p:spPr>
          <a:xfrm>
            <a:off x="3935996" y="8773453"/>
            <a:ext cx="3012457" cy="462622"/>
          </a:xfrm>
          <a:prstGeom prst="rect">
            <a:avLst/>
          </a:prstGeom>
        </p:spPr>
        <p:txBody>
          <a:bodyPr vert="horz" lIns="91440" tIns="45720" rIns="91440" bIns="45720" rtlCol="0" anchor="b"/>
          <a:lstStyle>
            <a:lvl1pPr algn="r">
              <a:defRPr sz="1200"/>
            </a:lvl1pPr>
          </a:lstStyle>
          <a:p>
            <a:fld id="{EF65063B-5E6C-4857-89F3-772EE25A036D}" type="slidenum">
              <a:rPr lang="pt-BR" smtClean="0">
                <a:latin typeface="Arial" panose="020B0604020202020204" pitchFamily="34" charset="0"/>
              </a:rPr>
              <a:t>‹#›</a:t>
            </a:fld>
            <a:endParaRPr lang="pt-BR" dirty="0">
              <a:latin typeface="Arial" panose="020B0604020202020204" pitchFamily="34" charset="0"/>
            </a:endParaRPr>
          </a:p>
        </p:txBody>
      </p:sp>
    </p:spTree>
    <p:extLst>
      <p:ext uri="{BB962C8B-B14F-4D97-AF65-F5344CB8AC3E}">
        <p14:creationId xmlns:p14="http://schemas.microsoft.com/office/powerpoint/2010/main" val="29254717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1"/>
            <a:ext cx="3012457" cy="462622"/>
          </a:xfrm>
          <a:prstGeom prst="rect">
            <a:avLst/>
          </a:prstGeom>
        </p:spPr>
        <p:txBody>
          <a:bodyPr vert="horz" lIns="91440" tIns="45720" rIns="91440" bIns="45720" rtlCol="0"/>
          <a:lstStyle>
            <a:lvl1pPr algn="l">
              <a:defRPr sz="1200">
                <a:latin typeface="Arial" panose="020B0604020202020204" pitchFamily="34" charset="0"/>
              </a:defRPr>
            </a:lvl1pPr>
          </a:lstStyle>
          <a:p>
            <a:endParaRPr lang="pt-BR" dirty="0"/>
          </a:p>
        </p:txBody>
      </p:sp>
      <p:sp>
        <p:nvSpPr>
          <p:cNvPr id="3" name="Espaço Reservado para Data 2"/>
          <p:cNvSpPr>
            <a:spLocks noGrp="1"/>
          </p:cNvSpPr>
          <p:nvPr>
            <p:ph type="dt" idx="1"/>
          </p:nvPr>
        </p:nvSpPr>
        <p:spPr>
          <a:xfrm>
            <a:off x="3935996" y="1"/>
            <a:ext cx="3012457" cy="462622"/>
          </a:xfrm>
          <a:prstGeom prst="rect">
            <a:avLst/>
          </a:prstGeom>
        </p:spPr>
        <p:txBody>
          <a:bodyPr vert="horz" lIns="91440" tIns="45720" rIns="91440" bIns="45720" rtlCol="0"/>
          <a:lstStyle>
            <a:lvl1pPr algn="r">
              <a:defRPr sz="1200">
                <a:latin typeface="Arial" panose="020B0604020202020204" pitchFamily="34" charset="0"/>
              </a:defRPr>
            </a:lvl1pPr>
          </a:lstStyle>
          <a:p>
            <a:fld id="{6D8EB0C7-A7CA-4D05-AC86-585B7631FAAB}" type="datetimeFigureOut">
              <a:rPr lang="pt-BR" smtClean="0"/>
              <a:pPr/>
              <a:t>11/09/2026</a:t>
            </a:fld>
            <a:endParaRPr lang="pt-BR" dirty="0"/>
          </a:p>
        </p:txBody>
      </p:sp>
      <p:sp>
        <p:nvSpPr>
          <p:cNvPr id="4" name="Espaço Reservado para Imagem de Slide 3"/>
          <p:cNvSpPr>
            <a:spLocks noGrp="1" noRot="1" noChangeAspect="1"/>
          </p:cNvSpPr>
          <p:nvPr>
            <p:ph type="sldImg" idx="2"/>
          </p:nvPr>
        </p:nvSpPr>
        <p:spPr>
          <a:xfrm>
            <a:off x="704850" y="1154113"/>
            <a:ext cx="5540375" cy="3117850"/>
          </a:xfrm>
          <a:prstGeom prst="rect">
            <a:avLst/>
          </a:prstGeom>
          <a:noFill/>
          <a:ln w="12700">
            <a:solidFill>
              <a:prstClr val="black"/>
            </a:solidFill>
          </a:ln>
        </p:spPr>
        <p:txBody>
          <a:bodyPr vert="horz" lIns="91440" tIns="45720" rIns="91440" bIns="45720" rtlCol="0" anchor="ctr"/>
          <a:lstStyle/>
          <a:p>
            <a:endParaRPr lang="pt-BR" dirty="0"/>
          </a:p>
        </p:txBody>
      </p:sp>
      <p:sp>
        <p:nvSpPr>
          <p:cNvPr id="5" name="Espaço Reservado para Anotações 4"/>
          <p:cNvSpPr>
            <a:spLocks noGrp="1"/>
          </p:cNvSpPr>
          <p:nvPr>
            <p:ph type="body" sz="quarter" idx="3"/>
          </p:nvPr>
        </p:nvSpPr>
        <p:spPr>
          <a:xfrm>
            <a:off x="694684" y="4444740"/>
            <a:ext cx="5560709" cy="3637012"/>
          </a:xfrm>
          <a:prstGeom prst="rect">
            <a:avLst/>
          </a:prstGeom>
        </p:spPr>
        <p:txBody>
          <a:bodyPr vert="horz" lIns="91440" tIns="45720" rIns="91440" bIns="45720" rtlCol="0"/>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6" name="Espaço Reservado para Rodapé 5"/>
          <p:cNvSpPr>
            <a:spLocks noGrp="1"/>
          </p:cNvSpPr>
          <p:nvPr>
            <p:ph type="ftr" sz="quarter" idx="4"/>
          </p:nvPr>
        </p:nvSpPr>
        <p:spPr>
          <a:xfrm>
            <a:off x="0" y="8773453"/>
            <a:ext cx="3012457" cy="462622"/>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pt-BR" dirty="0"/>
          </a:p>
        </p:txBody>
      </p:sp>
      <p:sp>
        <p:nvSpPr>
          <p:cNvPr id="7" name="Espaço Reservado para Número de Slide 6"/>
          <p:cNvSpPr>
            <a:spLocks noGrp="1"/>
          </p:cNvSpPr>
          <p:nvPr>
            <p:ph type="sldNum" sz="quarter" idx="5"/>
          </p:nvPr>
        </p:nvSpPr>
        <p:spPr>
          <a:xfrm>
            <a:off x="3935996" y="8773453"/>
            <a:ext cx="3012457" cy="462622"/>
          </a:xfrm>
          <a:prstGeom prst="rect">
            <a:avLst/>
          </a:prstGeom>
        </p:spPr>
        <p:txBody>
          <a:bodyPr vert="horz" lIns="91440" tIns="45720" rIns="91440" bIns="45720" rtlCol="0" anchor="b"/>
          <a:lstStyle>
            <a:lvl1pPr algn="r">
              <a:defRPr sz="1200">
                <a:latin typeface="Arial" panose="020B0604020202020204" pitchFamily="34" charset="0"/>
              </a:defRPr>
            </a:lvl1pPr>
          </a:lstStyle>
          <a:p>
            <a:fld id="{313CA231-F0FC-4F9B-BA71-B3112EA6E8D1}" type="slidenum">
              <a:rPr lang="pt-BR" smtClean="0"/>
              <a:pPr/>
              <a:t>‹#›</a:t>
            </a:fld>
            <a:endParaRPr lang="pt-BR" dirty="0"/>
          </a:p>
        </p:txBody>
      </p:sp>
    </p:spTree>
    <p:extLst>
      <p:ext uri="{BB962C8B-B14F-4D97-AF65-F5344CB8AC3E}">
        <p14:creationId xmlns:p14="http://schemas.microsoft.com/office/powerpoint/2010/main" val="124446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13CA231-F0FC-4F9B-BA71-B3112EA6E8D1}" type="slidenum">
              <a:rPr lang="pt-BR" smtClean="0"/>
              <a:pPr/>
              <a:t>1</a:t>
            </a:fld>
            <a:endParaRPr lang="pt-BR" dirty="0"/>
          </a:p>
        </p:txBody>
      </p:sp>
    </p:spTree>
    <p:extLst>
      <p:ext uri="{BB962C8B-B14F-4D97-AF65-F5344CB8AC3E}">
        <p14:creationId xmlns:p14="http://schemas.microsoft.com/office/powerpoint/2010/main" val="9118492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3146097"/>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66D3E781-3793-47C9-8B96-6546088D93A0}" type="datetime4">
              <a:rPr lang="pt-BR" smtClean="0"/>
              <a:t>11 de setembro de 2026</a:t>
            </a:fld>
            <a:endParaRPr lang="en-US" dirty="0"/>
          </a:p>
        </p:txBody>
      </p:sp>
      <p:sp>
        <p:nvSpPr>
          <p:cNvPr id="24" name="Espaço Reservado para Conteúdo 14">
            <a:extLst>
              <a:ext uri="{FF2B5EF4-FFF2-40B4-BE49-F238E27FC236}">
                <a16:creationId xmlns:a16="http://schemas.microsoft.com/office/drawing/2014/main" id="{7B4A07EE-1908-4D26-9297-1478228BB147}"/>
              </a:ext>
            </a:extLst>
          </p:cNvPr>
          <p:cNvSpPr>
            <a:spLocks noGrp="1"/>
          </p:cNvSpPr>
          <p:nvPr>
            <p:ph sz="quarter" idx="23" hasCustomPrompt="1"/>
          </p:nvPr>
        </p:nvSpPr>
        <p:spPr>
          <a:xfrm>
            <a:off x="335999" y="4902200"/>
            <a:ext cx="9131274" cy="111918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9" name="Espaço Reservado para Conteúdo 14">
            <a:extLst>
              <a:ext uri="{FF2B5EF4-FFF2-40B4-BE49-F238E27FC236}">
                <a16:creationId xmlns:a16="http://schemas.microsoft.com/office/drawing/2014/main" id="{E0EEF94B-CA11-4E10-8AC2-F78031362D12}"/>
              </a:ext>
            </a:extLst>
          </p:cNvPr>
          <p:cNvSpPr>
            <a:spLocks noGrp="1"/>
          </p:cNvSpPr>
          <p:nvPr>
            <p:ph sz="quarter" idx="36" hasCustomPrompt="1"/>
          </p:nvPr>
        </p:nvSpPr>
        <p:spPr>
          <a:xfrm>
            <a:off x="9954741" y="458199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0" name="Espaço Reservado para Conteúdo 14">
            <a:extLst>
              <a:ext uri="{FF2B5EF4-FFF2-40B4-BE49-F238E27FC236}">
                <a16:creationId xmlns:a16="http://schemas.microsoft.com/office/drawing/2014/main" id="{E331B2D0-05A8-4B00-9874-57BFC68CDC49}"/>
              </a:ext>
            </a:extLst>
          </p:cNvPr>
          <p:cNvSpPr>
            <a:spLocks noGrp="1"/>
          </p:cNvSpPr>
          <p:nvPr>
            <p:ph sz="quarter" idx="37" hasCustomPrompt="1"/>
          </p:nvPr>
        </p:nvSpPr>
        <p:spPr>
          <a:xfrm>
            <a:off x="9954741" y="479676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41" name="Espaço Reservado para Conteúdo 14">
            <a:extLst>
              <a:ext uri="{FF2B5EF4-FFF2-40B4-BE49-F238E27FC236}">
                <a16:creationId xmlns:a16="http://schemas.microsoft.com/office/drawing/2014/main" id="{8979BBA1-DEA5-43F7-9290-D6D46BEAB7D9}"/>
              </a:ext>
            </a:extLst>
          </p:cNvPr>
          <p:cNvSpPr>
            <a:spLocks noGrp="1"/>
          </p:cNvSpPr>
          <p:nvPr>
            <p:ph sz="quarter" idx="38" hasCustomPrompt="1"/>
          </p:nvPr>
        </p:nvSpPr>
        <p:spPr>
          <a:xfrm>
            <a:off x="9954741" y="498771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2" name="Espaço Reservado para Conteúdo 14">
            <a:extLst>
              <a:ext uri="{FF2B5EF4-FFF2-40B4-BE49-F238E27FC236}">
                <a16:creationId xmlns:a16="http://schemas.microsoft.com/office/drawing/2014/main" id="{C6464894-18C8-44DC-A261-C1DFF4F38BED}"/>
              </a:ext>
            </a:extLst>
          </p:cNvPr>
          <p:cNvSpPr>
            <a:spLocks noGrp="1"/>
          </p:cNvSpPr>
          <p:nvPr>
            <p:ph sz="quarter" idx="39" hasCustomPrompt="1"/>
          </p:nvPr>
        </p:nvSpPr>
        <p:spPr>
          <a:xfrm>
            <a:off x="9954741" y="5317058"/>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3" name="Espaço Reservado para Conteúdo 14">
            <a:extLst>
              <a:ext uri="{FF2B5EF4-FFF2-40B4-BE49-F238E27FC236}">
                <a16:creationId xmlns:a16="http://schemas.microsoft.com/office/drawing/2014/main" id="{1ACC619E-ADBD-4833-B3DA-B4C4453B7BB8}"/>
              </a:ext>
            </a:extLst>
          </p:cNvPr>
          <p:cNvSpPr>
            <a:spLocks noGrp="1"/>
          </p:cNvSpPr>
          <p:nvPr>
            <p:ph sz="quarter" idx="40" hasCustomPrompt="1"/>
          </p:nvPr>
        </p:nvSpPr>
        <p:spPr>
          <a:xfrm>
            <a:off x="9954741" y="5531826"/>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44" name="Espaço Reservado para Conteúdo 14">
            <a:extLst>
              <a:ext uri="{FF2B5EF4-FFF2-40B4-BE49-F238E27FC236}">
                <a16:creationId xmlns:a16="http://schemas.microsoft.com/office/drawing/2014/main" id="{27283C4F-B09E-413D-9FD1-7F7F31FCA2E9}"/>
              </a:ext>
            </a:extLst>
          </p:cNvPr>
          <p:cNvSpPr>
            <a:spLocks noGrp="1"/>
          </p:cNvSpPr>
          <p:nvPr>
            <p:ph sz="quarter" idx="41" hasCustomPrompt="1"/>
          </p:nvPr>
        </p:nvSpPr>
        <p:spPr>
          <a:xfrm>
            <a:off x="9954741" y="5722781"/>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p:nvPr userDrawn="1"/>
        </p:nvCxnSpPr>
        <p:spPr>
          <a:xfrm>
            <a:off x="9711007" y="1622848"/>
            <a:ext cx="0" cy="439854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A103342B-56B1-4527-AD7F-4D0449A0DCB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6" name="Freeform: Shape 45">
            <a:extLst>
              <a:ext uri="{FF2B5EF4-FFF2-40B4-BE49-F238E27FC236}">
                <a16:creationId xmlns:a16="http://schemas.microsoft.com/office/drawing/2014/main" id="{401B2D36-F7E1-4BF5-AB6E-AC161A1D4C46}"/>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60985316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21636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5" name="Espaço Reservado para Conteúdo 14">
            <a:extLst>
              <a:ext uri="{FF2B5EF4-FFF2-40B4-BE49-F238E27FC236}">
                <a16:creationId xmlns:a16="http://schemas.microsoft.com/office/drawing/2014/main" id="{4CC79004-24EE-43A0-B0C2-A3C6093FD89F}"/>
              </a:ext>
            </a:extLst>
          </p:cNvPr>
          <p:cNvSpPr>
            <a:spLocks noGrp="1"/>
          </p:cNvSpPr>
          <p:nvPr>
            <p:ph sz="quarter" idx="38"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6" name="Espaço Reservado para Conteúdo 14">
            <a:extLst>
              <a:ext uri="{FF2B5EF4-FFF2-40B4-BE49-F238E27FC236}">
                <a16:creationId xmlns:a16="http://schemas.microsoft.com/office/drawing/2014/main" id="{FB2324CB-D47D-4BF6-A600-6ECE134E382F}"/>
              </a:ext>
            </a:extLst>
          </p:cNvPr>
          <p:cNvSpPr>
            <a:spLocks noGrp="1"/>
          </p:cNvSpPr>
          <p:nvPr>
            <p:ph sz="quarter" idx="39"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7" name="Espaço Reservado para Conteúdo 14">
            <a:extLst>
              <a:ext uri="{FF2B5EF4-FFF2-40B4-BE49-F238E27FC236}">
                <a16:creationId xmlns:a16="http://schemas.microsoft.com/office/drawing/2014/main" id="{CBAEEE7B-EFF6-48D7-AF91-ADDADBED591C}"/>
              </a:ext>
            </a:extLst>
          </p:cNvPr>
          <p:cNvSpPr>
            <a:spLocks noGrp="1"/>
          </p:cNvSpPr>
          <p:nvPr>
            <p:ph sz="quarter" idx="40"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8" name="Espaço Reservado para Conteúdo 14">
            <a:extLst>
              <a:ext uri="{FF2B5EF4-FFF2-40B4-BE49-F238E27FC236}">
                <a16:creationId xmlns:a16="http://schemas.microsoft.com/office/drawing/2014/main" id="{F7F7FBE8-EDCD-406C-A571-A3A0B9029829}"/>
              </a:ext>
            </a:extLst>
          </p:cNvPr>
          <p:cNvSpPr>
            <a:spLocks noGrp="1"/>
          </p:cNvSpPr>
          <p:nvPr>
            <p:ph sz="quarter" idx="41"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978CA0DD-0E52-42AB-830E-E80120F9F528}"/>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0BEFAF7E-5F4E-42A9-9992-51D70001595D}"/>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86AD2913-6D29-45E3-868C-D98C44266992}" type="datetime4">
              <a:rPr lang="pt-BR" smtClean="0"/>
              <a:t>11 de setembro de 2026</a:t>
            </a:fld>
            <a:endParaRPr lang="en-US" dirty="0"/>
          </a:p>
        </p:txBody>
      </p:sp>
      <p:sp>
        <p:nvSpPr>
          <p:cNvPr id="39" name="Freeform: Shape 38">
            <a:extLst>
              <a:ext uri="{FF2B5EF4-FFF2-40B4-BE49-F238E27FC236}">
                <a16:creationId xmlns:a16="http://schemas.microsoft.com/office/drawing/2014/main" id="{FE23C6CE-B8D0-426A-AA37-BAC01D3E84D0}"/>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89183502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sp>
        <p:nvSpPr>
          <p:cNvPr id="39" name="Espaço Reservado para Conteúdo 14">
            <a:extLst>
              <a:ext uri="{FF2B5EF4-FFF2-40B4-BE49-F238E27FC236}">
                <a16:creationId xmlns:a16="http://schemas.microsoft.com/office/drawing/2014/main" id="{C0EA6322-6266-436C-A990-C821307D02B4}"/>
              </a:ext>
            </a:extLst>
          </p:cNvPr>
          <p:cNvSpPr>
            <a:spLocks noGrp="1"/>
          </p:cNvSpPr>
          <p:nvPr>
            <p:ph sz="quarter" idx="40" hasCustomPrompt="1"/>
          </p:nvPr>
        </p:nvSpPr>
        <p:spPr>
          <a:xfrm>
            <a:off x="336000" y="5029925"/>
            <a:ext cx="5580611" cy="99322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0" name="Espaço Reservado para Conteúdo 14">
            <a:extLst>
              <a:ext uri="{FF2B5EF4-FFF2-40B4-BE49-F238E27FC236}">
                <a16:creationId xmlns:a16="http://schemas.microsoft.com/office/drawing/2014/main" id="{82BD9F9B-7759-4691-A404-423155B6D916}"/>
              </a:ext>
            </a:extLst>
          </p:cNvPr>
          <p:cNvSpPr>
            <a:spLocks noGrp="1"/>
          </p:cNvSpPr>
          <p:nvPr>
            <p:ph sz="quarter" idx="41" hasCustomPrompt="1"/>
          </p:nvPr>
        </p:nvSpPr>
        <p:spPr>
          <a:xfrm>
            <a:off x="336000" y="473531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040907"/>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Espaço Reservado para Conteúdo 14">
            <a:extLst>
              <a:ext uri="{FF2B5EF4-FFF2-40B4-BE49-F238E27FC236}">
                <a16:creationId xmlns:a16="http://schemas.microsoft.com/office/drawing/2014/main" id="{6B621610-3105-40FB-B7DC-05D590673186}"/>
              </a:ext>
            </a:extLst>
          </p:cNvPr>
          <p:cNvSpPr>
            <a:spLocks noGrp="1"/>
          </p:cNvSpPr>
          <p:nvPr>
            <p:ph sz="quarter" idx="42" hasCustomPrompt="1"/>
          </p:nvPr>
        </p:nvSpPr>
        <p:spPr>
          <a:xfrm>
            <a:off x="6285399" y="5029925"/>
            <a:ext cx="5569501" cy="99322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2" name="Espaço Reservado para Conteúdo 14">
            <a:extLst>
              <a:ext uri="{FF2B5EF4-FFF2-40B4-BE49-F238E27FC236}">
                <a16:creationId xmlns:a16="http://schemas.microsoft.com/office/drawing/2014/main" id="{054B1884-B7BC-4FA4-849B-DB11207875CC}"/>
              </a:ext>
            </a:extLst>
          </p:cNvPr>
          <p:cNvSpPr>
            <a:spLocks noGrp="1"/>
          </p:cNvSpPr>
          <p:nvPr>
            <p:ph sz="quarter" idx="43" hasCustomPrompt="1"/>
          </p:nvPr>
        </p:nvSpPr>
        <p:spPr>
          <a:xfrm>
            <a:off x="6285399" y="473531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4" name="Text Placeholder 21">
            <a:extLst>
              <a:ext uri="{FF2B5EF4-FFF2-40B4-BE49-F238E27FC236}">
                <a16:creationId xmlns:a16="http://schemas.microsoft.com/office/drawing/2014/main" id="{7869B08B-9B05-4D38-B4CA-C2F1D7979BA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50" name="Date Placeholder 1">
            <a:extLst>
              <a:ext uri="{FF2B5EF4-FFF2-40B4-BE49-F238E27FC236}">
                <a16:creationId xmlns:a16="http://schemas.microsoft.com/office/drawing/2014/main" id="{BDC93EBC-9BE5-4C8E-9414-F42BAD4A9222}"/>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BFF34544-50A2-4554-9BF2-84CA6992E269}" type="datetime4">
              <a:rPr lang="pt-BR" smtClean="0"/>
              <a:t>11 de setembro de 2026</a:t>
            </a:fld>
            <a:endParaRPr lang="en-US" dirty="0"/>
          </a:p>
        </p:txBody>
      </p:sp>
      <p:sp>
        <p:nvSpPr>
          <p:cNvPr id="43" name="Freeform: Shape 42">
            <a:extLst>
              <a:ext uri="{FF2B5EF4-FFF2-40B4-BE49-F238E27FC236}">
                <a16:creationId xmlns:a16="http://schemas.microsoft.com/office/drawing/2014/main" id="{969C1A72-26FC-45FB-93EF-511CAA77CA27}"/>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95795544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5" name="Espaço Reservado para Conteúdo 14">
            <a:extLst>
              <a:ext uri="{FF2B5EF4-FFF2-40B4-BE49-F238E27FC236}">
                <a16:creationId xmlns:a16="http://schemas.microsoft.com/office/drawing/2014/main" id="{4CC79004-24EE-43A0-B0C2-A3C6093FD89F}"/>
              </a:ext>
            </a:extLst>
          </p:cNvPr>
          <p:cNvSpPr>
            <a:spLocks noGrp="1"/>
          </p:cNvSpPr>
          <p:nvPr>
            <p:ph sz="quarter" idx="38"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6" name="Espaço Reservado para Conteúdo 14">
            <a:extLst>
              <a:ext uri="{FF2B5EF4-FFF2-40B4-BE49-F238E27FC236}">
                <a16:creationId xmlns:a16="http://schemas.microsoft.com/office/drawing/2014/main" id="{FB2324CB-D47D-4BF6-A600-6ECE134E382F}"/>
              </a:ext>
            </a:extLst>
          </p:cNvPr>
          <p:cNvSpPr>
            <a:spLocks noGrp="1"/>
          </p:cNvSpPr>
          <p:nvPr>
            <p:ph sz="quarter" idx="39"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7" name="Espaço Reservado para Conteúdo 14">
            <a:extLst>
              <a:ext uri="{FF2B5EF4-FFF2-40B4-BE49-F238E27FC236}">
                <a16:creationId xmlns:a16="http://schemas.microsoft.com/office/drawing/2014/main" id="{CBAEEE7B-EFF6-48D7-AF91-ADDADBED591C}"/>
              </a:ext>
            </a:extLst>
          </p:cNvPr>
          <p:cNvSpPr>
            <a:spLocks noGrp="1"/>
          </p:cNvSpPr>
          <p:nvPr>
            <p:ph sz="quarter" idx="40"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8" name="Espaço Reservado para Conteúdo 14">
            <a:extLst>
              <a:ext uri="{FF2B5EF4-FFF2-40B4-BE49-F238E27FC236}">
                <a16:creationId xmlns:a16="http://schemas.microsoft.com/office/drawing/2014/main" id="{F7F7FBE8-EDCD-406C-A571-A3A0B9029829}"/>
              </a:ext>
            </a:extLst>
          </p:cNvPr>
          <p:cNvSpPr>
            <a:spLocks noGrp="1"/>
          </p:cNvSpPr>
          <p:nvPr>
            <p:ph sz="quarter" idx="41"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95F3E463-B817-4B2E-93BD-2A1152C6F7E6}"/>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82577943-F62A-4C91-832C-4ED1B4C0498E}"/>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3CAD6DCD-FF15-4246-8F41-0D983B243EAB}" type="datetime4">
              <a:rPr lang="pt-BR" smtClean="0"/>
              <a:t>11 de setembro de 2026</a:t>
            </a:fld>
            <a:endParaRPr lang="en-US" dirty="0"/>
          </a:p>
        </p:txBody>
      </p:sp>
      <p:sp>
        <p:nvSpPr>
          <p:cNvPr id="39" name="Freeform: Shape 38">
            <a:extLst>
              <a:ext uri="{FF2B5EF4-FFF2-40B4-BE49-F238E27FC236}">
                <a16:creationId xmlns:a16="http://schemas.microsoft.com/office/drawing/2014/main" id="{B8D3B3BB-8B99-46A8-BF9C-2025B42E4C8F}"/>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85548734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43881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9131272"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9131272"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50D9BA1D-B6BB-4DBB-81B7-1B0E548BA3D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D3706B77-8E0E-4CB3-9E64-46F131F4F69E}"/>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40F9FF0A-D88D-45F0-A289-9ACA20C549D4}" type="datetime4">
              <a:rPr lang="pt-BR" smtClean="0"/>
              <a:t>11 de setembro de 2026</a:t>
            </a:fld>
            <a:endParaRPr lang="en-US" dirty="0"/>
          </a:p>
        </p:txBody>
      </p:sp>
      <p:sp>
        <p:nvSpPr>
          <p:cNvPr id="28" name="Freeform: Shape 27">
            <a:extLst>
              <a:ext uri="{FF2B5EF4-FFF2-40B4-BE49-F238E27FC236}">
                <a16:creationId xmlns:a16="http://schemas.microsoft.com/office/drawing/2014/main" id="{07023540-B693-4180-8404-3191DA6A28A0}"/>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953124456"/>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43881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9131272"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9131272"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B4946D23-AB3A-411B-8B2F-43A2479B969C}"/>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4D1961CB-AE6D-47CE-8F6B-C8BA879B2112}"/>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F5FCE92-5737-4540-AED2-8F3FD8941C7E}" type="datetime4">
              <a:rPr lang="pt-BR" smtClean="0"/>
              <a:t>11 de setembro de 2026</a:t>
            </a:fld>
            <a:endParaRPr lang="en-US" dirty="0"/>
          </a:p>
        </p:txBody>
      </p:sp>
      <p:sp>
        <p:nvSpPr>
          <p:cNvPr id="28" name="Freeform: Shape 27">
            <a:extLst>
              <a:ext uri="{FF2B5EF4-FFF2-40B4-BE49-F238E27FC236}">
                <a16:creationId xmlns:a16="http://schemas.microsoft.com/office/drawing/2014/main" id="{C5D1D84B-3FC3-499D-9713-4B883236AB6B}"/>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172581926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mário">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9342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a:off x="3446236" y="0"/>
            <a:ext cx="8745764" cy="6115050"/>
          </a:xfrm>
          <a:prstGeom prst="rect">
            <a:avLst/>
          </a:prstGeom>
        </p:spPr>
      </p:pic>
      <p:sp>
        <p:nvSpPr>
          <p:cNvPr id="2" name="Rectangle 1">
            <a:extLst>
              <a:ext uri="{FF2B5EF4-FFF2-40B4-BE49-F238E27FC236}">
                <a16:creationId xmlns:a16="http://schemas.microsoft.com/office/drawing/2014/main" id="{5C206FF3-880C-48C0-ACA6-F9FF31D4CE3C}"/>
              </a:ext>
            </a:extLst>
          </p:cNvPr>
          <p:cNvSpPr/>
          <p:nvPr userDrawn="1"/>
        </p:nvSpPr>
        <p:spPr>
          <a:xfrm>
            <a:off x="0" y="0"/>
            <a:ext cx="6095188" cy="6934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 name="Group 3">
            <a:extLst>
              <a:ext uri="{FF2B5EF4-FFF2-40B4-BE49-F238E27FC236}">
                <a16:creationId xmlns:a16="http://schemas.microsoft.com/office/drawing/2014/main" id="{A0A4DC3B-9FB1-4D73-8569-2AD09B303948}"/>
              </a:ext>
            </a:extLst>
          </p:cNvPr>
          <p:cNvGrpSpPr/>
          <p:nvPr userDrawn="1"/>
        </p:nvGrpSpPr>
        <p:grpSpPr>
          <a:xfrm>
            <a:off x="0" y="2191657"/>
            <a:ext cx="6096000" cy="4704443"/>
            <a:chOff x="0" y="2191657"/>
            <a:chExt cx="6096000" cy="4704443"/>
          </a:xfrm>
        </p:grpSpPr>
        <p:cxnSp>
          <p:nvCxnSpPr>
            <p:cNvPr id="21" name="Conector reto 7">
              <a:extLst>
                <a:ext uri="{FF2B5EF4-FFF2-40B4-BE49-F238E27FC236}">
                  <a16:creationId xmlns:a16="http://schemas.microsoft.com/office/drawing/2014/main" id="{DD82BE49-0626-4798-B433-903A59AF4B8B}"/>
                </a:ext>
              </a:extLst>
            </p:cNvPr>
            <p:cNvCxnSpPr>
              <a:cxnSpLocks/>
            </p:cNvCxnSpPr>
            <p:nvPr userDrawn="1"/>
          </p:nvCxnSpPr>
          <p:spPr>
            <a:xfrm>
              <a:off x="0" y="5038273"/>
              <a:ext cx="6096000" cy="0"/>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cxnSp>
          <p:nvCxnSpPr>
            <p:cNvPr id="30" name="Conector reto 2">
              <a:extLst>
                <a:ext uri="{FF2B5EF4-FFF2-40B4-BE49-F238E27FC236}">
                  <a16:creationId xmlns:a16="http://schemas.microsoft.com/office/drawing/2014/main" id="{17F248A0-AF00-4728-98AC-9AB839726FA9}"/>
                </a:ext>
              </a:extLst>
            </p:cNvPr>
            <p:cNvCxnSpPr>
              <a:cxnSpLocks/>
            </p:cNvCxnSpPr>
            <p:nvPr userDrawn="1"/>
          </p:nvCxnSpPr>
          <p:spPr>
            <a:xfrm flipH="1">
              <a:off x="1943100" y="2191657"/>
              <a:ext cx="4152088" cy="4704443"/>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grpSp>
      <p:sp>
        <p:nvSpPr>
          <p:cNvPr id="31" name="CaixaDeTexto 4">
            <a:extLst>
              <a:ext uri="{FF2B5EF4-FFF2-40B4-BE49-F238E27FC236}">
                <a16:creationId xmlns:a16="http://schemas.microsoft.com/office/drawing/2014/main" id="{A36F00F8-EA0D-458B-96E7-07B1A138E813}"/>
              </a:ext>
            </a:extLst>
          </p:cNvPr>
          <p:cNvSpPr txBox="1"/>
          <p:nvPr userDrawn="1"/>
        </p:nvSpPr>
        <p:spPr>
          <a:xfrm>
            <a:off x="488485" y="3046547"/>
            <a:ext cx="2138727" cy="984885"/>
          </a:xfrm>
          <a:prstGeom prst="rect">
            <a:avLst/>
          </a:prstGeom>
        </p:spPr>
        <p:txBody>
          <a:bodyPr wrap="none" rtlCol="0">
            <a:spAutoFit/>
          </a:bodyPr>
          <a:lstStyle/>
          <a:p>
            <a:r>
              <a:rPr lang="pt-BR" sz="5800" dirty="0">
                <a:solidFill>
                  <a:srgbClr val="242424"/>
                </a:solidFill>
                <a:latin typeface="+mj-lt"/>
                <a:ea typeface="XP Light Lighthouse" pitchFamily="50" charset="0"/>
              </a:rPr>
              <a:t>Índice</a:t>
            </a:r>
          </a:p>
        </p:txBody>
      </p:sp>
      <p:sp>
        <p:nvSpPr>
          <p:cNvPr id="13" name="Freeform: Shape 12">
            <a:extLst>
              <a:ext uri="{FF2B5EF4-FFF2-40B4-BE49-F238E27FC236}">
                <a16:creationId xmlns:a16="http://schemas.microsoft.com/office/drawing/2014/main" id="{844D0124-F03F-434F-9C9B-43216851E7C3}"/>
              </a:ext>
            </a:extLst>
          </p:cNvPr>
          <p:cNvSpPr/>
          <p:nvPr userDrawn="1"/>
        </p:nvSpPr>
        <p:spPr>
          <a:xfrm>
            <a:off x="11212853" y="680977"/>
            <a:ext cx="549724" cy="49587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
        <p:nvSpPr>
          <p:cNvPr id="15" name="Espaço Reservado para Texto 6">
            <a:extLst>
              <a:ext uri="{FF2B5EF4-FFF2-40B4-BE49-F238E27FC236}">
                <a16:creationId xmlns:a16="http://schemas.microsoft.com/office/drawing/2014/main" id="{94944841-FAE5-4D44-AF6D-E519CC043F13}"/>
              </a:ext>
            </a:extLst>
          </p:cNvPr>
          <p:cNvSpPr>
            <a:spLocks noGrp="1"/>
          </p:cNvSpPr>
          <p:nvPr>
            <p:ph type="body" sz="quarter" idx="17" hasCustomPrompt="1"/>
          </p:nvPr>
        </p:nvSpPr>
        <p:spPr>
          <a:xfrm>
            <a:off x="6616700" y="143236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6" name="Espaço Reservado para Texto 6">
            <a:extLst>
              <a:ext uri="{FF2B5EF4-FFF2-40B4-BE49-F238E27FC236}">
                <a16:creationId xmlns:a16="http://schemas.microsoft.com/office/drawing/2014/main" id="{AAD0C9E5-6039-4713-97C1-16EAFD52DD08}"/>
              </a:ext>
            </a:extLst>
          </p:cNvPr>
          <p:cNvSpPr>
            <a:spLocks noGrp="1"/>
          </p:cNvSpPr>
          <p:nvPr>
            <p:ph type="body" sz="quarter" idx="18" hasCustomPrompt="1"/>
          </p:nvPr>
        </p:nvSpPr>
        <p:spPr>
          <a:xfrm>
            <a:off x="6616700" y="176257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17" name="Espaço Reservado para Texto 6">
            <a:extLst>
              <a:ext uri="{FF2B5EF4-FFF2-40B4-BE49-F238E27FC236}">
                <a16:creationId xmlns:a16="http://schemas.microsoft.com/office/drawing/2014/main" id="{3D14A41D-89A7-4BCD-8F56-FF9BA67DCD7D}"/>
              </a:ext>
            </a:extLst>
          </p:cNvPr>
          <p:cNvSpPr>
            <a:spLocks noGrp="1"/>
          </p:cNvSpPr>
          <p:nvPr>
            <p:ph type="body" sz="quarter" idx="19" hasCustomPrompt="1"/>
          </p:nvPr>
        </p:nvSpPr>
        <p:spPr>
          <a:xfrm>
            <a:off x="6609643" y="241674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8" name="Espaço Reservado para Texto 6">
            <a:extLst>
              <a:ext uri="{FF2B5EF4-FFF2-40B4-BE49-F238E27FC236}">
                <a16:creationId xmlns:a16="http://schemas.microsoft.com/office/drawing/2014/main" id="{38A9FFE0-16AC-4B0C-B473-3834B353B4DE}"/>
              </a:ext>
            </a:extLst>
          </p:cNvPr>
          <p:cNvSpPr>
            <a:spLocks noGrp="1"/>
          </p:cNvSpPr>
          <p:nvPr>
            <p:ph type="body" sz="quarter" idx="20" hasCustomPrompt="1"/>
          </p:nvPr>
        </p:nvSpPr>
        <p:spPr>
          <a:xfrm>
            <a:off x="6609643" y="274695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19" name="Espaço Reservado para Texto 6">
            <a:extLst>
              <a:ext uri="{FF2B5EF4-FFF2-40B4-BE49-F238E27FC236}">
                <a16:creationId xmlns:a16="http://schemas.microsoft.com/office/drawing/2014/main" id="{624FD55C-43EF-4DA5-BA21-2E91B3AEC2A8}"/>
              </a:ext>
            </a:extLst>
          </p:cNvPr>
          <p:cNvSpPr>
            <a:spLocks noGrp="1"/>
          </p:cNvSpPr>
          <p:nvPr>
            <p:ph type="body" sz="quarter" idx="21" hasCustomPrompt="1"/>
          </p:nvPr>
        </p:nvSpPr>
        <p:spPr>
          <a:xfrm>
            <a:off x="6609643" y="34115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0" name="Espaço Reservado para Texto 6">
            <a:extLst>
              <a:ext uri="{FF2B5EF4-FFF2-40B4-BE49-F238E27FC236}">
                <a16:creationId xmlns:a16="http://schemas.microsoft.com/office/drawing/2014/main" id="{16D9034A-51D4-4121-84CA-92FBFBB745C5}"/>
              </a:ext>
            </a:extLst>
          </p:cNvPr>
          <p:cNvSpPr>
            <a:spLocks noGrp="1"/>
          </p:cNvSpPr>
          <p:nvPr>
            <p:ph type="body" sz="quarter" idx="22" hasCustomPrompt="1"/>
          </p:nvPr>
        </p:nvSpPr>
        <p:spPr>
          <a:xfrm>
            <a:off x="6609643" y="37417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22" name="Espaço Reservado para Texto 6">
            <a:extLst>
              <a:ext uri="{FF2B5EF4-FFF2-40B4-BE49-F238E27FC236}">
                <a16:creationId xmlns:a16="http://schemas.microsoft.com/office/drawing/2014/main" id="{E7310526-1BB3-43DD-8A2A-879A97DFE31F}"/>
              </a:ext>
            </a:extLst>
          </p:cNvPr>
          <p:cNvSpPr>
            <a:spLocks noGrp="1"/>
          </p:cNvSpPr>
          <p:nvPr>
            <p:ph type="body" sz="quarter" idx="23" hasCustomPrompt="1"/>
          </p:nvPr>
        </p:nvSpPr>
        <p:spPr>
          <a:xfrm>
            <a:off x="6624232" y="439508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3" name="Espaço Reservado para Texto 6">
            <a:extLst>
              <a:ext uri="{FF2B5EF4-FFF2-40B4-BE49-F238E27FC236}">
                <a16:creationId xmlns:a16="http://schemas.microsoft.com/office/drawing/2014/main" id="{8678D1D3-A61B-44D4-986B-F937FBDE293A}"/>
              </a:ext>
            </a:extLst>
          </p:cNvPr>
          <p:cNvSpPr>
            <a:spLocks noGrp="1"/>
          </p:cNvSpPr>
          <p:nvPr>
            <p:ph type="body" sz="quarter" idx="24" hasCustomPrompt="1"/>
          </p:nvPr>
        </p:nvSpPr>
        <p:spPr>
          <a:xfrm>
            <a:off x="6624232" y="472530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24" name="Espaço Reservado para Texto 6">
            <a:extLst>
              <a:ext uri="{FF2B5EF4-FFF2-40B4-BE49-F238E27FC236}">
                <a16:creationId xmlns:a16="http://schemas.microsoft.com/office/drawing/2014/main" id="{47ED3601-9B62-4C46-9F5D-835223B43950}"/>
              </a:ext>
            </a:extLst>
          </p:cNvPr>
          <p:cNvSpPr>
            <a:spLocks noGrp="1"/>
          </p:cNvSpPr>
          <p:nvPr>
            <p:ph type="body" sz="quarter" idx="25" hasCustomPrompt="1"/>
          </p:nvPr>
        </p:nvSpPr>
        <p:spPr>
          <a:xfrm>
            <a:off x="6624232" y="53786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5" name="Espaço Reservado para Texto 6">
            <a:extLst>
              <a:ext uri="{FF2B5EF4-FFF2-40B4-BE49-F238E27FC236}">
                <a16:creationId xmlns:a16="http://schemas.microsoft.com/office/drawing/2014/main" id="{47C46C3F-1640-4BCD-B79B-CE85A97A6629}"/>
              </a:ext>
            </a:extLst>
          </p:cNvPr>
          <p:cNvSpPr>
            <a:spLocks noGrp="1"/>
          </p:cNvSpPr>
          <p:nvPr>
            <p:ph type="body" sz="quarter" idx="26" hasCustomPrompt="1"/>
          </p:nvPr>
        </p:nvSpPr>
        <p:spPr>
          <a:xfrm>
            <a:off x="6624232" y="57088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Tree>
    <p:extLst>
      <p:ext uri="{BB962C8B-B14F-4D97-AF65-F5344CB8AC3E}">
        <p14:creationId xmlns:p14="http://schemas.microsoft.com/office/powerpoint/2010/main" val="3385429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sória">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8580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flipV="1">
            <a:off x="3446236" y="742950"/>
            <a:ext cx="8745764" cy="6115050"/>
          </a:xfrm>
          <a:prstGeom prst="rect">
            <a:avLst/>
          </a:prstGeom>
        </p:spPr>
      </p:pic>
      <p:sp>
        <p:nvSpPr>
          <p:cNvPr id="5" name="Rectangle 4">
            <a:extLst>
              <a:ext uri="{FF2B5EF4-FFF2-40B4-BE49-F238E27FC236}">
                <a16:creationId xmlns:a16="http://schemas.microsoft.com/office/drawing/2014/main" id="{F51014C8-09FA-4C8A-8115-08E2F6A06DE5}"/>
              </a:ext>
            </a:extLst>
          </p:cNvPr>
          <p:cNvSpPr/>
          <p:nvPr userDrawn="1"/>
        </p:nvSpPr>
        <p:spPr>
          <a:xfrm>
            <a:off x="-1" y="0"/>
            <a:ext cx="12192001" cy="18578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0" name="Freeform: Shape 29">
            <a:extLst>
              <a:ext uri="{FF2B5EF4-FFF2-40B4-BE49-F238E27FC236}">
                <a16:creationId xmlns:a16="http://schemas.microsoft.com/office/drawing/2014/main" id="{3BC46259-2514-4BE3-8602-B00F70D63306}"/>
              </a:ext>
            </a:extLst>
          </p:cNvPr>
          <p:cNvSpPr/>
          <p:nvPr userDrawn="1"/>
        </p:nvSpPr>
        <p:spPr>
          <a:xfrm rot="5400000">
            <a:off x="868324" y="-868323"/>
            <a:ext cx="1857828" cy="3594477"/>
          </a:xfrm>
          <a:custGeom>
            <a:avLst/>
            <a:gdLst>
              <a:gd name="connsiteX0" fmla="*/ 0 w 1857828"/>
              <a:gd name="connsiteY0" fmla="*/ 3594477 h 3594477"/>
              <a:gd name="connsiteX1" fmla="*/ 0 w 1857828"/>
              <a:gd name="connsiteY1" fmla="*/ 1640121 h 3594477"/>
              <a:gd name="connsiteX2" fmla="*/ 1857828 w 1857828"/>
              <a:gd name="connsiteY2" fmla="*/ 0 h 3594477"/>
              <a:gd name="connsiteX3" fmla="*/ 1857828 w 1857828"/>
              <a:gd name="connsiteY3" fmla="*/ 3594477 h 3594477"/>
            </a:gdLst>
            <a:ahLst/>
            <a:cxnLst>
              <a:cxn ang="0">
                <a:pos x="connsiteX0" y="connsiteY0"/>
              </a:cxn>
              <a:cxn ang="0">
                <a:pos x="connsiteX1" y="connsiteY1"/>
              </a:cxn>
              <a:cxn ang="0">
                <a:pos x="connsiteX2" y="connsiteY2"/>
              </a:cxn>
              <a:cxn ang="0">
                <a:pos x="connsiteX3" y="connsiteY3"/>
              </a:cxn>
            </a:cxnLst>
            <a:rect l="l" t="t" r="r" b="b"/>
            <a:pathLst>
              <a:path w="1857828" h="3594477">
                <a:moveTo>
                  <a:pt x="0" y="3594477"/>
                </a:moveTo>
                <a:lnTo>
                  <a:pt x="0" y="1640121"/>
                </a:lnTo>
                <a:lnTo>
                  <a:pt x="1857828" y="0"/>
                </a:lnTo>
                <a:lnTo>
                  <a:pt x="1857828" y="359447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20" name="Group 19">
            <a:extLst>
              <a:ext uri="{FF2B5EF4-FFF2-40B4-BE49-F238E27FC236}">
                <a16:creationId xmlns:a16="http://schemas.microsoft.com/office/drawing/2014/main" id="{1C1D2048-735F-4EDC-8EC0-A373A0C2FC37}"/>
              </a:ext>
            </a:extLst>
          </p:cNvPr>
          <p:cNvGrpSpPr/>
          <p:nvPr userDrawn="1"/>
        </p:nvGrpSpPr>
        <p:grpSpPr>
          <a:xfrm flipV="1">
            <a:off x="0" y="0"/>
            <a:ext cx="12192000" cy="6858000"/>
            <a:chOff x="0" y="38100"/>
            <a:chExt cx="12192000" cy="6858000"/>
          </a:xfrm>
        </p:grpSpPr>
        <p:cxnSp>
          <p:nvCxnSpPr>
            <p:cNvPr id="21" name="Conector reto 7">
              <a:extLst>
                <a:ext uri="{FF2B5EF4-FFF2-40B4-BE49-F238E27FC236}">
                  <a16:creationId xmlns:a16="http://schemas.microsoft.com/office/drawing/2014/main" id="{529BD05E-169D-41C4-A11B-C085CACA305F}"/>
                </a:ext>
              </a:extLst>
            </p:cNvPr>
            <p:cNvCxnSpPr>
              <a:cxnSpLocks/>
            </p:cNvCxnSpPr>
            <p:nvPr userDrawn="1"/>
          </p:nvCxnSpPr>
          <p:spPr>
            <a:xfrm flipV="1">
              <a:off x="0" y="5038273"/>
              <a:ext cx="12192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Conector reto 2">
              <a:extLst>
                <a:ext uri="{FF2B5EF4-FFF2-40B4-BE49-F238E27FC236}">
                  <a16:creationId xmlns:a16="http://schemas.microsoft.com/office/drawing/2014/main" id="{6FB17CA7-21C5-498C-B4A0-B407EF64DEF0}"/>
                </a:ext>
              </a:extLst>
            </p:cNvPr>
            <p:cNvCxnSpPr>
              <a:cxnSpLocks/>
            </p:cNvCxnSpPr>
            <p:nvPr userDrawn="1"/>
          </p:nvCxnSpPr>
          <p:spPr>
            <a:xfrm flipH="1">
              <a:off x="1943100" y="38100"/>
              <a:ext cx="6052793" cy="685800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53" name="Text Placeholder 40">
            <a:extLst>
              <a:ext uri="{FF2B5EF4-FFF2-40B4-BE49-F238E27FC236}">
                <a16:creationId xmlns:a16="http://schemas.microsoft.com/office/drawing/2014/main" id="{3D6AE3AE-E27B-4EDA-9BAD-FA7785858369}"/>
              </a:ext>
            </a:extLst>
          </p:cNvPr>
          <p:cNvSpPr>
            <a:spLocks noGrp="1"/>
          </p:cNvSpPr>
          <p:nvPr userDrawn="1">
            <p:ph type="body" sz="quarter" idx="11" hasCustomPrompt="1"/>
          </p:nvPr>
        </p:nvSpPr>
        <p:spPr>
          <a:xfrm>
            <a:off x="723898" y="5181710"/>
            <a:ext cx="5689601" cy="458908"/>
          </a:xfrm>
          <a:prstGeom prst="rect">
            <a:avLst/>
          </a:prstGeom>
          <a:noFill/>
          <a:effectLst/>
        </p:spPr>
        <p:txBody>
          <a:bodyPr wrap="square" lIns="0" tIns="0" rIns="0" bIns="0" rtlCol="0" anchor="t" anchorCtr="0">
            <a:noAutofit/>
          </a:bodyPr>
          <a:lstStyle>
            <a:lvl1pPr algn="l">
              <a:defRPr lang="en-US" sz="40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54" name="Text Placeholder 40">
            <a:extLst>
              <a:ext uri="{FF2B5EF4-FFF2-40B4-BE49-F238E27FC236}">
                <a16:creationId xmlns:a16="http://schemas.microsoft.com/office/drawing/2014/main" id="{5CE564BE-B5A0-45EB-B85C-474C61E0D3D6}"/>
              </a:ext>
            </a:extLst>
          </p:cNvPr>
          <p:cNvSpPr>
            <a:spLocks noGrp="1"/>
          </p:cNvSpPr>
          <p:nvPr userDrawn="1">
            <p:ph type="body" sz="quarter" idx="12" hasCustomPrompt="1"/>
          </p:nvPr>
        </p:nvSpPr>
        <p:spPr>
          <a:xfrm>
            <a:off x="723899" y="4762559"/>
            <a:ext cx="3006272" cy="336050"/>
          </a:xfrm>
          <a:prstGeom prst="rect">
            <a:avLst/>
          </a:prstGeom>
          <a:noFill/>
          <a:effectLst/>
        </p:spPr>
        <p:txBody>
          <a:bodyPr wrap="none" lIns="0" tIns="0" rIns="0" bIns="0" rtlCol="0" anchor="ctr">
            <a:noAutofit/>
          </a:bodyPr>
          <a:lstStyle>
            <a:lvl1pPr algn="l">
              <a:defRPr lang="en-US" sz="2400" b="1" i="0" dirty="0">
                <a:solidFill>
                  <a:schemeClr val="accent3"/>
                </a:solidFill>
                <a:latin typeface="+mj-lt"/>
                <a:ea typeface="XP Light Lighthouse" pitchFamily="50"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
        <p:nvSpPr>
          <p:cNvPr id="13" name="Freeform: Shape 12">
            <a:extLst>
              <a:ext uri="{FF2B5EF4-FFF2-40B4-BE49-F238E27FC236}">
                <a16:creationId xmlns:a16="http://schemas.microsoft.com/office/drawing/2014/main" id="{16AEDD1F-5FA7-48D9-BBD7-21475E258055}"/>
              </a:ext>
            </a:extLst>
          </p:cNvPr>
          <p:cNvSpPr/>
          <p:nvPr userDrawn="1"/>
        </p:nvSpPr>
        <p:spPr>
          <a:xfrm>
            <a:off x="11212853" y="680977"/>
            <a:ext cx="549724" cy="49587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694303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2023865"/>
            <a:ext cx="11518900" cy="2599105"/>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228251"/>
            <a:ext cx="11518900" cy="727550"/>
          </a:xfrm>
          <a:prstGeom prst="rect">
            <a:avLst/>
          </a:prstGeom>
          <a:solidFill>
            <a:schemeClr val="bg1">
              <a:lumMod val="95000"/>
            </a:schemeClr>
          </a:solidFill>
        </p:spPr>
        <p:txBody>
          <a:bodyPr vert="horz" lIns="36000" tIns="36000" rIns="36000" bIns="36000" rtlCol="0" anchor="t">
            <a:noAutofit/>
          </a:bodyPr>
          <a:lstStyle>
            <a:lvl1pPr algn="just">
              <a:lnSpc>
                <a:spcPct val="125000"/>
              </a:lnSpc>
              <a:spcBef>
                <a:spcPts val="600"/>
              </a:spcBef>
              <a:defRPr lang="pt-BR" sz="1000" b="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Conteúdo 14">
            <a:extLst>
              <a:ext uri="{FF2B5EF4-FFF2-40B4-BE49-F238E27FC236}">
                <a16:creationId xmlns:a16="http://schemas.microsoft.com/office/drawing/2014/main" id="{DA54B840-534F-467E-BB75-F45BB972CB20}"/>
              </a:ext>
            </a:extLst>
          </p:cNvPr>
          <p:cNvSpPr>
            <a:spLocks noGrp="1"/>
          </p:cNvSpPr>
          <p:nvPr>
            <p:ph sz="quarter" idx="26"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0" name="Espaço Reservado para Conteúdo 14">
            <a:extLst>
              <a:ext uri="{FF2B5EF4-FFF2-40B4-BE49-F238E27FC236}">
                <a16:creationId xmlns:a16="http://schemas.microsoft.com/office/drawing/2014/main" id="{7A60C311-B580-4F1F-AAAE-CDD78FA5F66D}"/>
              </a:ext>
            </a:extLst>
          </p:cNvPr>
          <p:cNvSpPr>
            <a:spLocks noGrp="1"/>
          </p:cNvSpPr>
          <p:nvPr>
            <p:ph sz="quarter" idx="27"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7E2EA8DF-C8F8-4243-B9E4-D59FA2438813}" type="datetime4">
              <a:rPr lang="pt-BR" smtClean="0"/>
              <a:t>11 de setembro de 2026</a:t>
            </a:fld>
            <a:endParaRPr lang="en-US" dirty="0"/>
          </a:p>
        </p:txBody>
      </p:sp>
    </p:spTree>
    <p:extLst>
      <p:ext uri="{BB962C8B-B14F-4D97-AF65-F5344CB8AC3E}">
        <p14:creationId xmlns:p14="http://schemas.microsoft.com/office/powerpoint/2010/main" val="305854067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Espaços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4" name="Espaço Reservado para Conteúdo 14">
            <a:extLst>
              <a:ext uri="{FF2B5EF4-FFF2-40B4-BE49-F238E27FC236}">
                <a16:creationId xmlns:a16="http://schemas.microsoft.com/office/drawing/2014/main" id="{4EB3D6F6-B254-4AE2-9BAC-DE45A3E95D6B}"/>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0C7596C4-260D-4D9D-8C63-2C3D53BDA319}"/>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1" name="Espaço Reservado para Conteúdo 14">
            <a:extLst>
              <a:ext uri="{FF2B5EF4-FFF2-40B4-BE49-F238E27FC236}">
                <a16:creationId xmlns:a16="http://schemas.microsoft.com/office/drawing/2014/main" id="{542F0146-D120-4806-B00C-859B8103EA5B}"/>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2" name="Espaço Reservado para Conteúdo 14">
            <a:extLst>
              <a:ext uri="{FF2B5EF4-FFF2-40B4-BE49-F238E27FC236}">
                <a16:creationId xmlns:a16="http://schemas.microsoft.com/office/drawing/2014/main" id="{94B8FBD9-D820-4661-8AD5-6437DDFB63D5}"/>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Text Placeholder 21">
            <a:extLst>
              <a:ext uri="{FF2B5EF4-FFF2-40B4-BE49-F238E27FC236}">
                <a16:creationId xmlns:a16="http://schemas.microsoft.com/office/drawing/2014/main" id="{E4891640-76E7-4FFE-B311-BCBAC3A210DF}"/>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2" name="Date Placeholder 1">
            <a:extLst>
              <a:ext uri="{FF2B5EF4-FFF2-40B4-BE49-F238E27FC236}">
                <a16:creationId xmlns:a16="http://schemas.microsoft.com/office/drawing/2014/main" id="{37F33249-415A-4B31-84C5-24B0A78BF730}"/>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C23CB894-DE94-44B5-8952-3F1D1BE066A6}" type="datetime4">
              <a:rPr lang="pt-BR" smtClean="0"/>
              <a:t>11 de setembro de 2026</a:t>
            </a:fld>
            <a:endParaRPr lang="en-US" dirty="0"/>
          </a:p>
        </p:txBody>
      </p:sp>
    </p:spTree>
    <p:extLst>
      <p:ext uri="{BB962C8B-B14F-4D97-AF65-F5344CB8AC3E}">
        <p14:creationId xmlns:p14="http://schemas.microsoft.com/office/powerpoint/2010/main" val="209968719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Espaços v2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90504" y="4773157"/>
            <a:ext cx="5554334" cy="124029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90504" y="4478542"/>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5399" y="1492737"/>
            <a:ext cx="5569501"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5399" y="1274418"/>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6285949" y="3113849"/>
            <a:ext cx="5569501"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6285949" y="28955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7" name="Text Placeholder 21">
            <a:extLst>
              <a:ext uri="{FF2B5EF4-FFF2-40B4-BE49-F238E27FC236}">
                <a16:creationId xmlns:a16="http://schemas.microsoft.com/office/drawing/2014/main" id="{7D8A28A4-1232-4D47-9F24-59E1826D15C6}"/>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4" name="Date Placeholder 1">
            <a:extLst>
              <a:ext uri="{FF2B5EF4-FFF2-40B4-BE49-F238E27FC236}">
                <a16:creationId xmlns:a16="http://schemas.microsoft.com/office/drawing/2014/main" id="{F9DDECE9-9778-4238-8210-522DE4D8EC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ECD14B11-E772-41E7-A630-B06727EF9E17}" type="datetime4">
              <a:rPr lang="pt-BR" smtClean="0"/>
              <a:t>11 de setembro de 2026</a:t>
            </a:fld>
            <a:endParaRPr lang="en-US" dirty="0"/>
          </a:p>
        </p:txBody>
      </p:sp>
    </p:spTree>
    <p:extLst>
      <p:ext uri="{BB962C8B-B14F-4D97-AF65-F5344CB8AC3E}">
        <p14:creationId xmlns:p14="http://schemas.microsoft.com/office/powerpoint/2010/main" val="256932748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Espaços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90504" y="3928608"/>
            <a:ext cx="5554334" cy="85659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90504" y="3633992"/>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5399" y="1492738"/>
            <a:ext cx="5569501" cy="8565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5399" y="1274418"/>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6285949" y="2675700"/>
            <a:ext cx="5569501" cy="8565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6285949" y="245738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4" name="Espaço Reservado para Conteúdo 14">
            <a:extLst>
              <a:ext uri="{FF2B5EF4-FFF2-40B4-BE49-F238E27FC236}">
                <a16:creationId xmlns:a16="http://schemas.microsoft.com/office/drawing/2014/main" id="{0C2FCCDC-076E-4A42-845A-E67318B1D278}"/>
              </a:ext>
            </a:extLst>
          </p:cNvPr>
          <p:cNvSpPr>
            <a:spLocks noGrp="1"/>
          </p:cNvSpPr>
          <p:nvPr>
            <p:ph sz="quarter" idx="32" hasCustomPrompt="1"/>
          </p:nvPr>
        </p:nvSpPr>
        <p:spPr>
          <a:xfrm>
            <a:off x="6285399" y="5173736"/>
            <a:ext cx="5554334" cy="85659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18" name="Espaço Reservado para Conteúdo 14">
            <a:extLst>
              <a:ext uri="{FF2B5EF4-FFF2-40B4-BE49-F238E27FC236}">
                <a16:creationId xmlns:a16="http://schemas.microsoft.com/office/drawing/2014/main" id="{01812817-84B2-41E1-889C-6C8B3C1EBAF7}"/>
              </a:ext>
            </a:extLst>
          </p:cNvPr>
          <p:cNvSpPr>
            <a:spLocks noGrp="1"/>
          </p:cNvSpPr>
          <p:nvPr>
            <p:ph sz="quarter" idx="33" hasCustomPrompt="1"/>
          </p:nvPr>
        </p:nvSpPr>
        <p:spPr>
          <a:xfrm>
            <a:off x="6285399" y="4879120"/>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2" name="Text Placeholder 21">
            <a:extLst>
              <a:ext uri="{FF2B5EF4-FFF2-40B4-BE49-F238E27FC236}">
                <a16:creationId xmlns:a16="http://schemas.microsoft.com/office/drawing/2014/main" id="{FD619CB5-FB9F-4412-88C4-3DC6B7F28D54}"/>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23" name="Date Placeholder 1">
            <a:extLst>
              <a:ext uri="{FF2B5EF4-FFF2-40B4-BE49-F238E27FC236}">
                <a16:creationId xmlns:a16="http://schemas.microsoft.com/office/drawing/2014/main" id="{09212698-B9AE-4393-8193-8D705521B4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64057D5A-61DD-41CE-A04E-582531C7FF10}" type="datetime4">
              <a:rPr lang="pt-BR" smtClean="0"/>
              <a:t>11 de setembro de 2026</a:t>
            </a:fld>
            <a:endParaRPr lang="en-US" dirty="0"/>
          </a:p>
        </p:txBody>
      </p:sp>
    </p:spTree>
    <p:extLst>
      <p:ext uri="{BB962C8B-B14F-4D97-AF65-F5344CB8AC3E}">
        <p14:creationId xmlns:p14="http://schemas.microsoft.com/office/powerpoint/2010/main" val="368868736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Espaços">
    <p:bg>
      <p:bgPr>
        <a:solidFill>
          <a:schemeClr val="bg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20EFC50C-CF20-4A9E-9070-8B13D6DC6EC4}"/>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37EB7F31-8C2C-4707-A76B-08BF52594FDA}"/>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C6E66E64-F90D-438A-A747-B0A8AAB58C93}"/>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18FDABAD-D2F2-43EF-AFCF-594A03685887}"/>
              </a:ext>
            </a:extLst>
          </p:cNvPr>
          <p:cNvSpPr>
            <a:spLocks noGrp="1"/>
          </p:cNvSpPr>
          <p:nvPr>
            <p:ph sz="quarter" idx="19" hasCustomPrompt="1"/>
          </p:nvPr>
        </p:nvSpPr>
        <p:spPr>
          <a:xfrm>
            <a:off x="336000" y="4021545"/>
            <a:ext cx="558061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0" name="Espaço Reservado para Conteúdo 14">
            <a:extLst>
              <a:ext uri="{FF2B5EF4-FFF2-40B4-BE49-F238E27FC236}">
                <a16:creationId xmlns:a16="http://schemas.microsoft.com/office/drawing/2014/main" id="{395E7687-06E2-4AAC-8061-A04DEC10E0BC}"/>
              </a:ext>
            </a:extLst>
          </p:cNvPr>
          <p:cNvSpPr>
            <a:spLocks noGrp="1"/>
          </p:cNvSpPr>
          <p:nvPr>
            <p:ph sz="quarter" idx="24" hasCustomPrompt="1"/>
          </p:nvPr>
        </p:nvSpPr>
        <p:spPr>
          <a:xfrm>
            <a:off x="336000" y="372693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5" name="Espaço Reservado para Conteúdo 14">
            <a:extLst>
              <a:ext uri="{FF2B5EF4-FFF2-40B4-BE49-F238E27FC236}">
                <a16:creationId xmlns:a16="http://schemas.microsoft.com/office/drawing/2014/main" id="{849C498A-8A23-4EDC-98EB-0B38012C6E89}"/>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6" name="Espaço Reservado para Conteúdo 14">
            <a:extLst>
              <a:ext uri="{FF2B5EF4-FFF2-40B4-BE49-F238E27FC236}">
                <a16:creationId xmlns:a16="http://schemas.microsoft.com/office/drawing/2014/main" id="{79462F29-8C77-4F68-AB43-51D0B412419F}"/>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7" name="Espaço Reservado para Conteúdo 14">
            <a:extLst>
              <a:ext uri="{FF2B5EF4-FFF2-40B4-BE49-F238E27FC236}">
                <a16:creationId xmlns:a16="http://schemas.microsoft.com/office/drawing/2014/main" id="{93C1ADF0-2FAD-4E82-A6D1-675AFEF6FDD3}"/>
              </a:ext>
            </a:extLst>
          </p:cNvPr>
          <p:cNvSpPr>
            <a:spLocks noGrp="1"/>
          </p:cNvSpPr>
          <p:nvPr>
            <p:ph sz="quarter" idx="20" hasCustomPrompt="1"/>
          </p:nvPr>
        </p:nvSpPr>
        <p:spPr>
          <a:xfrm>
            <a:off x="336000" y="1566345"/>
            <a:ext cx="5568696"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862ADD9-13D6-4DCB-949E-1BA2FF8BDC3E}"/>
              </a:ext>
            </a:extLst>
          </p:cNvPr>
          <p:cNvSpPr>
            <a:spLocks noGrp="1"/>
          </p:cNvSpPr>
          <p:nvPr>
            <p:ph sz="quarter" idx="21" hasCustomPrompt="1"/>
          </p:nvPr>
        </p:nvSpPr>
        <p:spPr>
          <a:xfrm>
            <a:off x="336000" y="1272613"/>
            <a:ext cx="556869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3" name="Text Placeholder 21">
            <a:extLst>
              <a:ext uri="{FF2B5EF4-FFF2-40B4-BE49-F238E27FC236}">
                <a16:creationId xmlns:a16="http://schemas.microsoft.com/office/drawing/2014/main" id="{3D1FDCC7-450A-4BD8-92BA-1B910E041328}"/>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6" name="Date Placeholder 1">
            <a:extLst>
              <a:ext uri="{FF2B5EF4-FFF2-40B4-BE49-F238E27FC236}">
                <a16:creationId xmlns:a16="http://schemas.microsoft.com/office/drawing/2014/main" id="{E79C9D0E-B67F-4BE5-B86D-4B4460161F75}"/>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625B114D-07A6-4930-8499-69CD4C1D65FE}" type="datetime4">
              <a:rPr lang="pt-BR" smtClean="0"/>
              <a:t>11 de setembro de 2026</a:t>
            </a:fld>
            <a:endParaRPr lang="en-US" dirty="0"/>
          </a:p>
        </p:txBody>
      </p:sp>
    </p:spTree>
    <p:extLst>
      <p:ext uri="{BB962C8B-B14F-4D97-AF65-F5344CB8AC3E}">
        <p14:creationId xmlns:p14="http://schemas.microsoft.com/office/powerpoint/2010/main" val="365885598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5979A1D4-24AB-4344-9491-5AB9581795C1}"/>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2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4" name="Espaço Reservado para Conteúdo 14">
            <a:extLst>
              <a:ext uri="{FF2B5EF4-FFF2-40B4-BE49-F238E27FC236}">
                <a16:creationId xmlns:a16="http://schemas.microsoft.com/office/drawing/2014/main" id="{698860CB-58BC-4587-B847-18D9D52B2E38}"/>
              </a:ext>
            </a:extLst>
          </p:cNvPr>
          <p:cNvSpPr>
            <a:spLocks noGrp="1"/>
          </p:cNvSpPr>
          <p:nvPr>
            <p:ph sz="quarter" idx="22" hasCustomPrompt="1"/>
          </p:nvPr>
        </p:nvSpPr>
        <p:spPr>
          <a:xfrm>
            <a:off x="425045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3EBD63A4-8A7C-4B80-804E-39B51566D461}"/>
              </a:ext>
            </a:extLst>
          </p:cNvPr>
          <p:cNvSpPr>
            <a:spLocks noGrp="1"/>
          </p:cNvSpPr>
          <p:nvPr>
            <p:ph sz="quarter" idx="23" hasCustomPrompt="1"/>
          </p:nvPr>
        </p:nvSpPr>
        <p:spPr>
          <a:xfrm>
            <a:off x="425045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D780CF17-95A6-4F5F-A671-5B7FB8AE3C59}"/>
              </a:ext>
            </a:extLst>
          </p:cNvPr>
          <p:cNvSpPr>
            <a:spLocks noGrp="1"/>
          </p:cNvSpPr>
          <p:nvPr>
            <p:ph sz="quarter" idx="20" hasCustomPrompt="1"/>
          </p:nvPr>
        </p:nvSpPr>
        <p:spPr>
          <a:xfrm>
            <a:off x="33600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A3350709-C7AD-47A1-81A9-D40865B5484C}"/>
              </a:ext>
            </a:extLst>
          </p:cNvPr>
          <p:cNvSpPr>
            <a:spLocks noGrp="1"/>
          </p:cNvSpPr>
          <p:nvPr>
            <p:ph sz="quarter" idx="21" hasCustomPrompt="1"/>
          </p:nvPr>
        </p:nvSpPr>
        <p:spPr>
          <a:xfrm>
            <a:off x="33600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1974B691-9807-45F6-B550-EA048DB6CF79}"/>
              </a:ext>
            </a:extLst>
          </p:cNvPr>
          <p:cNvSpPr>
            <a:spLocks noGrp="1"/>
          </p:cNvSpPr>
          <p:nvPr>
            <p:ph sz="quarter" idx="24" hasCustomPrompt="1"/>
          </p:nvPr>
        </p:nvSpPr>
        <p:spPr>
          <a:xfrm>
            <a:off x="8164901" y="1566345"/>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13F61226-5694-458C-8D7D-13836B879565}"/>
              </a:ext>
            </a:extLst>
          </p:cNvPr>
          <p:cNvSpPr>
            <a:spLocks noGrp="1"/>
          </p:cNvSpPr>
          <p:nvPr>
            <p:ph sz="quarter" idx="25" hasCustomPrompt="1"/>
          </p:nvPr>
        </p:nvSpPr>
        <p:spPr>
          <a:xfrm>
            <a:off x="8164901" y="1226446"/>
            <a:ext cx="3690000"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2" name="Date Placeholder 1">
            <a:extLst>
              <a:ext uri="{FF2B5EF4-FFF2-40B4-BE49-F238E27FC236}">
                <a16:creationId xmlns:a16="http://schemas.microsoft.com/office/drawing/2014/main" id="{7941F35C-F445-4252-8D03-D3D0C4F9FDA4}"/>
              </a:ext>
            </a:extLst>
          </p:cNvPr>
          <p:cNvSpPr>
            <a:spLocks noGrp="1"/>
          </p:cNvSpPr>
          <p:nvPr>
            <p:ph type="dt" sz="half" idx="2"/>
          </p:nvPr>
        </p:nvSpPr>
        <p:spPr>
          <a:xfrm>
            <a:off x="10039350" y="358585"/>
            <a:ext cx="1816651" cy="184666"/>
          </a:xfrm>
          <a:prstGeom prst="rect">
            <a:avLst/>
          </a:prstGeom>
        </p:spPr>
        <p:txBody>
          <a:bodyPr vert="horz" wrap="square" lIns="0" tIns="0" rIns="0" bIns="0" rtlCol="0" anchor="ctr">
            <a:spAutoFit/>
          </a:bodyPr>
          <a:lstStyle>
            <a:lvl1pPr algn="r">
              <a:defRPr sz="12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fld id="{0E852D74-F930-4BE1-A0A3-B85328D2C305}" type="datetime4">
              <a:rPr lang="pt-BR" smtClean="0"/>
              <a:t>11 de setembro de 2026</a:t>
            </a:fld>
            <a:endParaRPr lang="en-US" dirty="0"/>
          </a:p>
        </p:txBody>
      </p:sp>
      <p:sp>
        <p:nvSpPr>
          <p:cNvPr id="13" name="Espaço Reservado para Conteúdo 14">
            <a:extLst>
              <a:ext uri="{FF2B5EF4-FFF2-40B4-BE49-F238E27FC236}">
                <a16:creationId xmlns:a16="http://schemas.microsoft.com/office/drawing/2014/main" id="{4DEA969C-4C8A-4133-A685-0F2BC4B2AA45}"/>
              </a:ext>
            </a:extLst>
          </p:cNvPr>
          <p:cNvSpPr>
            <a:spLocks noGrp="1"/>
          </p:cNvSpPr>
          <p:nvPr>
            <p:ph sz="quarter" idx="26" hasCustomPrompt="1"/>
          </p:nvPr>
        </p:nvSpPr>
        <p:spPr>
          <a:xfrm>
            <a:off x="425100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1" name="Espaço Reservado para Conteúdo 14">
            <a:extLst>
              <a:ext uri="{FF2B5EF4-FFF2-40B4-BE49-F238E27FC236}">
                <a16:creationId xmlns:a16="http://schemas.microsoft.com/office/drawing/2014/main" id="{473F7F0F-9A4E-484B-8B0C-83627E895D46}"/>
              </a:ext>
            </a:extLst>
          </p:cNvPr>
          <p:cNvSpPr>
            <a:spLocks noGrp="1"/>
          </p:cNvSpPr>
          <p:nvPr>
            <p:ph sz="quarter" idx="27" hasCustomPrompt="1"/>
          </p:nvPr>
        </p:nvSpPr>
        <p:spPr>
          <a:xfrm>
            <a:off x="33655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BD3E7B11-6C10-4695-BE41-FE570B00F0B1}"/>
              </a:ext>
            </a:extLst>
          </p:cNvPr>
          <p:cNvSpPr>
            <a:spLocks noGrp="1"/>
          </p:cNvSpPr>
          <p:nvPr>
            <p:ph sz="quarter" idx="28" hasCustomPrompt="1"/>
          </p:nvPr>
        </p:nvSpPr>
        <p:spPr>
          <a:xfrm>
            <a:off x="8165450" y="3875256"/>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3" name="Text Placeholder 21">
            <a:extLst>
              <a:ext uri="{FF2B5EF4-FFF2-40B4-BE49-F238E27FC236}">
                <a16:creationId xmlns:a16="http://schemas.microsoft.com/office/drawing/2014/main" id="{352B89BB-543D-44EA-B737-A6CDE774FA54}"/>
              </a:ext>
            </a:extLst>
          </p:cNvPr>
          <p:cNvSpPr>
            <a:spLocks noGrp="1"/>
          </p:cNvSpPr>
          <p:nvPr>
            <p:ph type="body" sz="quarter" idx="18" hasCustomPrompt="1"/>
          </p:nvPr>
        </p:nvSpPr>
        <p:spPr>
          <a:xfrm>
            <a:off x="788194" y="6309245"/>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Tree>
    <p:extLst>
      <p:ext uri="{BB962C8B-B14F-4D97-AF65-F5344CB8AC3E}">
        <p14:creationId xmlns:p14="http://schemas.microsoft.com/office/powerpoint/2010/main" val="228342516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CEFC0C6-D107-4EA3-9780-23B251AF2F3E}"/>
              </a:ext>
            </a:extLst>
          </p:cNvPr>
          <p:cNvSpPr txBox="1"/>
          <p:nvPr userDrawn="1"/>
        </p:nvSpPr>
        <p:spPr>
          <a:xfrm>
            <a:off x="336551" y="188913"/>
            <a:ext cx="8386759" cy="520827"/>
          </a:xfrm>
          <a:prstGeom prst="rect">
            <a:avLst/>
          </a:prstGeom>
        </p:spPr>
        <p:txBody>
          <a:bodyPr vert="horz" lIns="0" tIns="0" rIns="0" bIns="0" rtlCol="0" anchor="ctr">
            <a:noAutofit/>
          </a:bodyPr>
          <a:lstStyle>
            <a:lvl1pPr lvl="0" indent="0" defTabSz="685808">
              <a:lnSpc>
                <a:spcPct val="100000"/>
              </a:lnSpc>
              <a:spcBef>
                <a:spcPts val="0"/>
              </a:spcBef>
              <a:buFont typeface="Arial" panose="020B0604020202020204" pitchFamily="34" charset="0"/>
              <a:buNone/>
              <a:defRPr sz="2400" b="0">
                <a:solidFill>
                  <a:schemeClr val="accent1"/>
                </a:solidFill>
                <a:latin typeface="Roboto" panose="02000000000000000000" pitchFamily="2" charset="0"/>
                <a:ea typeface="Roboto" panose="02000000000000000000" pitchFamily="2" charset="0"/>
                <a:cs typeface="Roboto"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lvl="0"/>
            <a:r>
              <a:rPr lang="en-US" dirty="0"/>
              <a:t>Disclaimer</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 name="Date Placeholder 1">
            <a:extLst>
              <a:ext uri="{FF2B5EF4-FFF2-40B4-BE49-F238E27FC236}">
                <a16:creationId xmlns:a16="http://schemas.microsoft.com/office/drawing/2014/main" id="{E7AC5038-4092-4E06-8157-2DD3980D2687}"/>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1D53D0A3-5979-4462-9D2C-D90A35EE0E41}" type="datetime4">
              <a:rPr lang="pt-BR" smtClean="0"/>
              <a:t>11 de setembro de 2026</a:t>
            </a:fld>
            <a:endParaRPr lang="en-US" dirty="0"/>
          </a:p>
        </p:txBody>
      </p:sp>
      <p:sp>
        <p:nvSpPr>
          <p:cNvPr id="2" name="TextBox 1">
            <a:extLst>
              <a:ext uri="{FF2B5EF4-FFF2-40B4-BE49-F238E27FC236}">
                <a16:creationId xmlns:a16="http://schemas.microsoft.com/office/drawing/2014/main" id="{1B8609C5-9D99-40C7-AC60-E07E7D5093B1}"/>
              </a:ext>
            </a:extLst>
          </p:cNvPr>
          <p:cNvSpPr txBox="1"/>
          <p:nvPr userDrawn="1"/>
        </p:nvSpPr>
        <p:spPr>
          <a:xfrm>
            <a:off x="336001" y="775520"/>
            <a:ext cx="11519449" cy="5340565"/>
          </a:xfrm>
          <a:prstGeom prst="rect">
            <a:avLst/>
          </a:prstGeom>
        </p:spPr>
        <p:txBody>
          <a:bodyPr vert="horz" lIns="0" tIns="45720" rIns="91440" bIns="45720" rtlCol="0" anchor="t">
            <a:spAutoFit/>
          </a:bodyPr>
          <a:lstStyle>
            <a:lvl1pPr lvl="0" indent="0" defTabSz="685808">
              <a:lnSpc>
                <a:spcPct val="100000"/>
              </a:lnSpc>
              <a:spcBef>
                <a:spcPts val="0"/>
              </a:spcBef>
              <a:buFont typeface="Arial" panose="020B0604020202020204" pitchFamily="34" charset="0"/>
              <a:buNone/>
              <a:defRPr sz="1000" b="0">
                <a:solidFill>
                  <a:schemeClr val="accent4"/>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marL="0" lvl="0" indent="0" algn="just">
              <a:lnSpc>
                <a:spcPts val="1000"/>
              </a:lnSpc>
              <a:buNone/>
            </a:pPr>
            <a:r>
              <a:rPr lang="pt-BR" sz="700" dirty="0">
                <a:solidFill>
                  <a:schemeClr val="accent6"/>
                </a:solidFill>
              </a:rPr>
              <a:t>1) Este relatório de análise foi elaborado pela XP Investimentos CCTVM S.A. (“XP Investimentos ou XP”) de acordo com todas as exigências previstas na Resolução CVM 27/2721, tem como objetivo fornecer informações que possam auxiliar o investidor a tomar sua própria decisão de investimento, não constituindo qualquer tipo de oferta ou solicitação de compra e/ou venda de qualquer produto. As informações contidas neste relatório são consideradas válidas na data de sua divulgação e foram obtidas de fontes públicas. A XP Investimentos não se responsabiliza por qualquer decisão tomada pelo cliente com base no presente relatório. </a:t>
            </a:r>
          </a:p>
          <a:p>
            <a:pPr marL="0" lvl="0" indent="0" algn="just">
              <a:lnSpc>
                <a:spcPts val="1000"/>
              </a:lnSpc>
              <a:buNone/>
            </a:pPr>
            <a:r>
              <a:rPr lang="pt-BR" sz="700" dirty="0">
                <a:solidFill>
                  <a:schemeClr val="accent6"/>
                </a:solidFill>
              </a:rPr>
              <a:t>2) Este relatório foi elaborado considerando a classificação de risco dos produtos de modo a gerar resultados de alocação para cada perfil de investidor. </a:t>
            </a:r>
          </a:p>
          <a:p>
            <a:pPr marL="0" lvl="0" indent="0" algn="just">
              <a:lnSpc>
                <a:spcPts val="1000"/>
              </a:lnSpc>
              <a:buNone/>
            </a:pPr>
            <a:r>
              <a:rPr lang="pt-BR" sz="700" dirty="0">
                <a:solidFill>
                  <a:schemeClr val="accent6"/>
                </a:solidFill>
              </a:rPr>
              <a:t>3) O(</a:t>
            </a:r>
            <a:r>
              <a:rPr lang="pt-BR" sz="700" dirty="0" err="1">
                <a:solidFill>
                  <a:schemeClr val="accent6"/>
                </a:solidFill>
              </a:rPr>
              <a:t>s</a:t>
            </a:r>
            <a:r>
              <a:rPr lang="pt-BR" sz="700" dirty="0">
                <a:solidFill>
                  <a:schemeClr val="accent6"/>
                </a:solidFill>
              </a:rPr>
              <a:t>) signatário(</a:t>
            </a:r>
            <a:r>
              <a:rPr lang="pt-BR" sz="700" dirty="0" err="1">
                <a:solidFill>
                  <a:schemeClr val="accent6"/>
                </a:solidFill>
              </a:rPr>
              <a:t>s</a:t>
            </a:r>
            <a:r>
              <a:rPr lang="pt-BR" sz="700" dirty="0">
                <a:solidFill>
                  <a:schemeClr val="accent6"/>
                </a:solidFill>
              </a:rPr>
              <a:t>) deste relatório declara(m) que as recomendações refletem única e exclusivamente suas análises e opiniões pessoais, que foram produzidas de forma independente, inclusive em relação à XP Investimentos e que estão sujeitas a modificações sem aviso prévio em decorrência de alterações nas condições de mercado, e que sua(</a:t>
            </a:r>
            <a:r>
              <a:rPr lang="pt-BR" sz="700" dirty="0" err="1">
                <a:solidFill>
                  <a:schemeClr val="accent6"/>
                </a:solidFill>
              </a:rPr>
              <a:t>s</a:t>
            </a:r>
            <a:r>
              <a:rPr lang="pt-BR" sz="700" dirty="0">
                <a:solidFill>
                  <a:schemeClr val="accent6"/>
                </a:solidFill>
              </a:rPr>
              <a:t>) remuneração(es) é(são) indiretamente influenciada por receitas provenientes dos negócios e operações financeiras realizadas pela XP Investimentos. </a:t>
            </a:r>
          </a:p>
          <a:p>
            <a:pPr marL="0" lvl="0" indent="0" algn="just">
              <a:lnSpc>
                <a:spcPts val="1000"/>
              </a:lnSpc>
              <a:buNone/>
            </a:pPr>
            <a:r>
              <a:rPr lang="pt-BR" sz="700" dirty="0">
                <a:solidFill>
                  <a:schemeClr val="accent6"/>
                </a:solidFill>
              </a:rPr>
              <a:t>4) O analista responsável pelo conteúdo deste relatório e pelo cumprimento da Resolução CVM nº 27/2721 está indicado acima, sendo que, caso constem a indicação de mais um analista no relatório, o responsável será o primeiro analista credenciado a ser mencionado no relatório.  </a:t>
            </a:r>
          </a:p>
          <a:p>
            <a:pPr marL="0" lvl="0" indent="0" algn="just">
              <a:lnSpc>
                <a:spcPts val="1000"/>
              </a:lnSpc>
              <a:buNone/>
            </a:pPr>
            <a:r>
              <a:rPr lang="pt-BR" sz="700" dirty="0">
                <a:solidFill>
                  <a:schemeClr val="accent6"/>
                </a:solidFill>
              </a:rPr>
              <a:t>5) Os analistas da XP Investimentos estão obrigados ao cumprimento de todas as regras previstas no Código de Conduta da APIMEC para o Analista de Valores Mobiliários e na Política de Conduta dos Analistas de Valores Mobiliários da XP Investimentos.  </a:t>
            </a:r>
          </a:p>
          <a:p>
            <a:pPr marL="0" lvl="0" indent="0" algn="just">
              <a:lnSpc>
                <a:spcPts val="1000"/>
              </a:lnSpc>
              <a:buNone/>
            </a:pPr>
            <a:r>
              <a:rPr lang="pt-BR" sz="700" dirty="0">
                <a:solidFill>
                  <a:schemeClr val="accent6"/>
                </a:solidFill>
              </a:rPr>
              <a:t>6) O atendimento de nossos clientes é realizado por empregados da XP Investimentos ou por agentes autônomos de investimento que desempenham suas atividades por meio da XP, em conformidade com a Resolução CVM nº 16/2721, os quais encontram-se registrados na Associação Nacional das Corretoras e Distribuidoras de Títulos e Valores Mobiliários – ANCORD. O agente autônomo de investimento não pode realizar consultoria, administração ou gestão de patrimônio de clientes, devendo atuar como intermediário e solicitar autorização prévia do cliente para a realização de qualquer operação no mercado de capitais. </a:t>
            </a:r>
          </a:p>
          <a:p>
            <a:pPr marL="0" lvl="0" indent="0" algn="just">
              <a:lnSpc>
                <a:spcPts val="1000"/>
              </a:lnSpc>
              <a:buNone/>
            </a:pPr>
            <a:r>
              <a:rPr lang="pt-BR" sz="700" dirty="0">
                <a:solidFill>
                  <a:schemeClr val="accent6"/>
                </a:solidFill>
              </a:rPr>
              <a:t>7) Para fins de verificação da adequação do perfil do investidor aos serviços e produtos de investimento oferecidos pela XP Investimentos, utilizamos a metodologia de adequação dos produtos por portfólio, nos termos das Regras e Procedimentos ANBIMA de </a:t>
            </a:r>
            <a:r>
              <a:rPr lang="pt-BR" sz="700" dirty="0" err="1">
                <a:solidFill>
                  <a:schemeClr val="accent6"/>
                </a:solidFill>
              </a:rPr>
              <a:t>Suitability</a:t>
            </a:r>
            <a:r>
              <a:rPr lang="pt-BR" sz="700" dirty="0">
                <a:solidFill>
                  <a:schemeClr val="accent6"/>
                </a:solidFill>
              </a:rPr>
              <a:t> nº 01 e do Código ANBIMA de Regulação e Melhores Práticas para Distribuição de Produtos de Investimento. Essa metodologia consiste em atribuir uma pontuação máxima de risco para cada perfil de investidor (conservador, moderado e agressivo), bem como uma pontuação de risco para cada um dos produtos oferecidos pela XP Investimentos, de modo que todos os clientes possam ter acesso a todos os produtos, desde que dentro das quantidades e limites da pontuação de risco definidas para o seu perfil. Antes de aplicar nos produtos e/ou contratar os serviços objeto deste material, é importante que você verifique se a sua pontuação de risco atual comporta a aplicação nos produtos e/ou a contratação dos serviços em questão, bem como se há limitações de volume, concentração e/ou quantidade para a aplicação desejada. Você pode consultar essas informações diretamente no momento da transmissão da sua ordem ou, ainda, consultando o risco geral da sua carteira na tela de carteira (Visão Risco). Caso a sua pontuação de risco atual não comporte a aplicação/contratação pretendida, ou caso existam limitações em relação à quantidade e/ou volume financeiro para a referida aplicação/contratação, isto significa que, com base na composição atual da sua carteira, esta aplicação/contratação não está adequada ao seu perfil. Em caso de dúvidas sobre o processo de adequação dos produtos oferecidos pela XP Investimentos ao seu perfil de investidor, consulte o FAQ. As condições de mercado, mudanças climáticas e o cenário macroeconômico podem afetar o desempenho do investimento.</a:t>
            </a:r>
          </a:p>
          <a:p>
            <a:pPr marL="0" lvl="0" indent="0" algn="just">
              <a:lnSpc>
                <a:spcPts val="1000"/>
              </a:lnSpc>
              <a:buNone/>
            </a:pPr>
            <a:r>
              <a:rPr lang="pt-BR" sz="700" dirty="0">
                <a:solidFill>
                  <a:schemeClr val="accent6"/>
                </a:solidFill>
              </a:rPr>
              <a:t>8) A rentabilidade de produtos financeiros pode apresentar variações e seu preço ou valor pode aumentar ou diminuir num curto espaço de tempo. Os desempenhos anteriores não são necessariamente indicativos de resultados futuros. A rentabilidade divulgada não é líquida de impostos. As informações presentes neste material são baseadas em simulações e os resultados reais poderão ser significativamente diferentes. </a:t>
            </a:r>
          </a:p>
          <a:p>
            <a:pPr marL="0" lvl="0" indent="0" algn="just">
              <a:lnSpc>
                <a:spcPts val="1000"/>
              </a:lnSpc>
              <a:buNone/>
            </a:pPr>
            <a:r>
              <a:rPr lang="pt-BR" sz="700" dirty="0">
                <a:solidFill>
                  <a:schemeClr val="accent6"/>
                </a:solidFill>
              </a:rPr>
              <a:t>9) Este relatório é destinado à circulação exclusiva para a rede de relacionamento da XP Investimentos, incluindo agentes autônomos da XP e clientes da XP, podendo também ser divulgado no site da XP. Fica proibida sua reprodução ou redistribuição para qualquer pessoa, no todo ou em parte, qualquer que seja o propósito, sem o prévio consentimento expresso da XP Investimentos. </a:t>
            </a:r>
          </a:p>
          <a:p>
            <a:pPr marL="0" lvl="0" indent="0" algn="just">
              <a:lnSpc>
                <a:spcPts val="1000"/>
              </a:lnSpc>
              <a:buNone/>
            </a:pPr>
            <a:r>
              <a:rPr lang="pt-BR" sz="700" dirty="0">
                <a:solidFill>
                  <a:schemeClr val="accent6"/>
                </a:solidFill>
              </a:rPr>
              <a:t>10)SAC. 0800 77 27272. A Ouvidoria da XP Investimentos tem a missão de servir de canal de contato sempre que os clientes que não se sentirem satisfeitos com as soluções dadas pela empresa aos seus problemas. O contato pode ser realizado por meio do telefone: 0800 722 3710. </a:t>
            </a:r>
          </a:p>
          <a:p>
            <a:pPr marL="0" lvl="0" indent="0" algn="just">
              <a:lnSpc>
                <a:spcPts val="1000"/>
              </a:lnSpc>
              <a:buNone/>
            </a:pPr>
            <a:r>
              <a:rPr lang="pt-BR" sz="700" dirty="0">
                <a:solidFill>
                  <a:schemeClr val="accent6"/>
                </a:solidFill>
              </a:rPr>
              <a:t>11)O custo da operação e a política de cobrança estão definidos nas tabelas de custos operacionais disponibilizadas no site da XP Investimentos: </a:t>
            </a:r>
            <a:r>
              <a:rPr lang="pt-BR" sz="700" dirty="0" err="1">
                <a:solidFill>
                  <a:schemeClr val="accent6"/>
                </a:solidFill>
              </a:rPr>
              <a:t>www.xpi.com.br</a:t>
            </a:r>
            <a:r>
              <a:rPr lang="pt-BR" sz="700" dirty="0">
                <a:solidFill>
                  <a:schemeClr val="accent6"/>
                </a:solidFill>
              </a:rPr>
              <a:t>. </a:t>
            </a:r>
          </a:p>
          <a:p>
            <a:pPr marL="0" lvl="0" indent="0" algn="just">
              <a:lnSpc>
                <a:spcPts val="1000"/>
              </a:lnSpc>
              <a:buNone/>
            </a:pPr>
            <a:r>
              <a:rPr lang="pt-BR" sz="700" dirty="0">
                <a:solidFill>
                  <a:schemeClr val="accent6"/>
                </a:solidFill>
              </a:rPr>
              <a:t>12)A XP Investimentos se exime de qualquer responsabilidade por quaisquer prejuízos, diretos ou indiretos, que venham a decorrer da utilização deste relatório ou seu conteúdo. </a:t>
            </a:r>
          </a:p>
          <a:p>
            <a:pPr marL="0" lvl="0" indent="0" algn="just">
              <a:lnSpc>
                <a:spcPts val="1000"/>
              </a:lnSpc>
              <a:buNone/>
            </a:pPr>
            <a:r>
              <a:rPr lang="pt-BR" sz="700" dirty="0">
                <a:solidFill>
                  <a:schemeClr val="accent6"/>
                </a:solidFill>
              </a:rPr>
              <a:t>13) A Avaliação Técnica e a Avaliação de Fundamentos seguem diferentes metodologias de análise. A Análise Técnica é executada seguindo conceitos como tendência, suporte, resistência, </a:t>
            </a:r>
            <a:r>
              <a:rPr lang="pt-BR" sz="700" dirty="0" err="1">
                <a:solidFill>
                  <a:schemeClr val="accent6"/>
                </a:solidFill>
              </a:rPr>
              <a:t>candles</a:t>
            </a:r>
            <a:r>
              <a:rPr lang="pt-BR" sz="700" dirty="0">
                <a:solidFill>
                  <a:schemeClr val="accent6"/>
                </a:solidFill>
              </a:rPr>
              <a:t>, volumes, médias móveis entre outros. Já a Análise Fundamentalista utiliza como informação os resultados divulgados pelas companhias emissoras e suas projeções. Desta forma, as opiniões dos Analistas Fundamentalistas, que buscam os melhores retornos dadas as condições de mercado, o cenário macroeconômico e os eventos específicos da empresa e do setor, podem divergir das opiniões dos Analistas Técnicos, que visam identificar os movimentos mais prováveis dos preços dos ativos, com utilização de “</a:t>
            </a:r>
            <a:r>
              <a:rPr lang="pt-BR" sz="700" dirty="0" err="1">
                <a:solidFill>
                  <a:schemeClr val="accent6"/>
                </a:solidFill>
              </a:rPr>
              <a:t>stops</a:t>
            </a:r>
            <a:r>
              <a:rPr lang="pt-BR" sz="700" dirty="0">
                <a:solidFill>
                  <a:schemeClr val="accent6"/>
                </a:solidFill>
              </a:rPr>
              <a:t>” para limitar as possíveis perdas.  </a:t>
            </a:r>
          </a:p>
          <a:p>
            <a:pPr marL="0" lvl="0" indent="0" algn="just">
              <a:lnSpc>
                <a:spcPts val="1000"/>
              </a:lnSpc>
              <a:buNone/>
            </a:pPr>
            <a:r>
              <a:rPr lang="pt-BR" sz="700" dirty="0">
                <a:solidFill>
                  <a:schemeClr val="accent6"/>
                </a:solidFill>
              </a:rPr>
              <a:t>14) Ação é uma fração do capital de uma empresa que é negociada no mercado. É um título de renda variável, ou seja, um investimento no qual a rentabilidade não é preestabelecida, varia conforme as cotações de mercado. O investimento em ações é um investimento de alto risco e os desempenhos anteriores não são necessariamente indicativos de resultados futuros e nenhuma declaração ou garantia, de forma expressa ou implícita, é feita neste material em relação a desempenhos. As condições de mercado, o cenário macroeconômico, os eventos específicos da empresa e do setor podem afetar o desempenho do investimento, podendo resultar até mesmo em significativas perdas patrimoniais. A duração recomendada para o investimento é de médio-longo prazo. Não há quaisquer garantias sobre o patrimônio do cliente neste tipo de produto </a:t>
            </a:r>
          </a:p>
          <a:p>
            <a:pPr marL="0" lvl="0" indent="0" algn="just">
              <a:lnSpc>
                <a:spcPts val="1000"/>
              </a:lnSpc>
              <a:buNone/>
            </a:pPr>
            <a:r>
              <a:rPr lang="pt-BR" sz="700" dirty="0">
                <a:solidFill>
                  <a:schemeClr val="accent6"/>
                </a:solidFill>
              </a:rPr>
              <a:t>15)O investimento em opções é preferencialmente indicado para investidores de perfil agressivo, de acordo com a política de </a:t>
            </a:r>
            <a:r>
              <a:rPr lang="pt-BR" sz="700" dirty="0" err="1">
                <a:solidFill>
                  <a:schemeClr val="accent6"/>
                </a:solidFill>
              </a:rPr>
              <a:t>suitability</a:t>
            </a:r>
            <a:r>
              <a:rPr lang="pt-BR" sz="700" dirty="0">
                <a:solidFill>
                  <a:schemeClr val="accent6"/>
                </a:solidFill>
              </a:rPr>
              <a:t> praticada pela XP Investimentos. No mercado de opções, são negociados direitos de compra ou venda de um bem por preço fixado em data futura, devendo o adquirente do direito negociado pagar um prêmio ao vendedor tal como num acordo seguro. As operações com esses derivativos são consideradas de risco muito alto por apresentarem altas relações de risco e retorno e algumas posições apresentarem a possibilidade de perdas superiores ao capital investido. A duração recomendada para o investimento é de curto prazo e o patrimônio do cliente não está garantido neste tipo de produto.  </a:t>
            </a:r>
          </a:p>
          <a:p>
            <a:pPr marL="0" lvl="0" indent="0" algn="just">
              <a:lnSpc>
                <a:spcPts val="1000"/>
              </a:lnSpc>
              <a:buNone/>
            </a:pPr>
            <a:r>
              <a:rPr lang="pt-BR" sz="700" dirty="0">
                <a:solidFill>
                  <a:schemeClr val="accent6"/>
                </a:solidFill>
              </a:rPr>
              <a:t>16)O investimento em termos são contratos para compra ou a venda de uma determinada quantidade de ações, a um preço fixado, para liquidação em prazo determinado. O prazo do contrato a Termo é livremente escolhido pelos investidores, obedecendo o prazo mínimo de 16 dias e máximo de 999 dias corridos. O preço será o valor da ação adicionado de uma parcela correspondente aos juros – que são fixados livremente em mercado, em função do prazo do contrato. Toda transação a termo requer um depósito de garantia. Essas garantias são prestadas em duas formas: cobertura ou margem. </a:t>
            </a:r>
          </a:p>
          <a:p>
            <a:pPr marL="0" lvl="0" indent="0" algn="just">
              <a:lnSpc>
                <a:spcPts val="1000"/>
              </a:lnSpc>
              <a:buNone/>
            </a:pPr>
            <a:r>
              <a:rPr lang="pt-BR" sz="700" dirty="0">
                <a:solidFill>
                  <a:schemeClr val="accent6"/>
                </a:solidFill>
              </a:rPr>
              <a:t>17)O investimento em Mercados Futuros embute riscos de perdas patrimoniais significativos. Commodity é um objeto ou determinante de preço de um contrato futuro ou outro instrumento derivativo, podendo consubstanciar um índice, uma taxa, um valor mobiliário ou produto físico. É um investimento de risco muito alto, que contempla a possibilidade de oscilação de preço devido à utilização de alavancagem financeira. A duração recomendada para o investimento é de curto prazo e o patrimônio do cliente não está garantido neste tipo de produto. As condições de mercado, mudanças climáticas e o cenário macroeconômico podem afetar o desempenho do investimento. </a:t>
            </a:r>
          </a:p>
          <a:p>
            <a:pPr marL="0" lvl="0" indent="0" algn="just">
              <a:lnSpc>
                <a:spcPts val="1000"/>
              </a:lnSpc>
              <a:buNone/>
            </a:pPr>
            <a:r>
              <a:rPr lang="pt-BR" sz="700" dirty="0">
                <a:solidFill>
                  <a:schemeClr val="accent6"/>
                </a:solidFill>
              </a:rPr>
              <a:t>18)ESTA INSTITUIÇÃO É ADERENTE AO CÓDIGO ANBIMA DE REGULAÇÃO E MELHORES PRÁTICAS PARA ATIVIDADE DE DISTRIBUIÇÃO DE PRODUTOS DE INVESTIMENTO NO VAREJO. </a:t>
            </a:r>
          </a:p>
        </p:txBody>
      </p:sp>
    </p:spTree>
    <p:extLst>
      <p:ext uri="{BB962C8B-B14F-4D97-AF65-F5344CB8AC3E}">
        <p14:creationId xmlns:p14="http://schemas.microsoft.com/office/powerpoint/2010/main" val="368176068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echamento">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555320AD-2789-47B9-98B2-D6704CDC0DB4}"/>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8" name="Picture 27" descr="A picture containing dark, night sky&#10;&#10;Description automatically generated">
            <a:extLst>
              <a:ext uri="{FF2B5EF4-FFF2-40B4-BE49-F238E27FC236}">
                <a16:creationId xmlns:a16="http://schemas.microsoft.com/office/drawing/2014/main" id="{937A3FB1-8371-4550-879B-08570ED755BD}"/>
              </a:ext>
            </a:extLst>
          </p:cNvPr>
          <p:cNvPicPr>
            <a:picLocks noChangeAspect="1"/>
          </p:cNvPicPr>
          <p:nvPr userDrawn="1"/>
        </p:nvPicPr>
        <p:blipFill>
          <a:blip r:embed="rId2">
            <a:alphaModFix amt="81000"/>
          </a:blip>
          <a:stretch>
            <a:fillRect/>
          </a:stretch>
        </p:blipFill>
        <p:spPr>
          <a:xfrm>
            <a:off x="3446236" y="0"/>
            <a:ext cx="8745764" cy="6115050"/>
          </a:xfrm>
          <a:prstGeom prst="rect">
            <a:avLst/>
          </a:prstGeom>
        </p:spPr>
      </p:pic>
      <p:grpSp>
        <p:nvGrpSpPr>
          <p:cNvPr id="5" name="Group 4">
            <a:extLst>
              <a:ext uri="{FF2B5EF4-FFF2-40B4-BE49-F238E27FC236}">
                <a16:creationId xmlns:a16="http://schemas.microsoft.com/office/drawing/2014/main" id="{8344B5D1-A9AC-4599-84FD-4AA7F9C73C30}"/>
              </a:ext>
            </a:extLst>
          </p:cNvPr>
          <p:cNvGrpSpPr/>
          <p:nvPr userDrawn="1"/>
        </p:nvGrpSpPr>
        <p:grpSpPr>
          <a:xfrm>
            <a:off x="-1002" y="0"/>
            <a:ext cx="12193002" cy="6136211"/>
            <a:chOff x="-1486" y="-3020401"/>
            <a:chExt cx="18086753" cy="9102281"/>
          </a:xfrm>
        </p:grpSpPr>
        <p:cxnSp>
          <p:nvCxnSpPr>
            <p:cNvPr id="18" name="Straight Connector 17">
              <a:extLst>
                <a:ext uri="{FF2B5EF4-FFF2-40B4-BE49-F238E27FC236}">
                  <a16:creationId xmlns:a16="http://schemas.microsoft.com/office/drawing/2014/main" id="{43215B28-AC92-4E00-8FC2-571ACFB81F79}"/>
                </a:ext>
              </a:extLst>
            </p:cNvPr>
            <p:cNvCxnSpPr>
              <a:cxnSpLocks/>
            </p:cNvCxnSpPr>
            <p:nvPr userDrawn="1"/>
          </p:nvCxnSpPr>
          <p:spPr>
            <a:xfrm flipV="1">
              <a:off x="0" y="4522839"/>
              <a:ext cx="18085267" cy="0"/>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4E47EB6-6FF8-40F8-BCAB-9714324D34FA}"/>
                </a:ext>
              </a:extLst>
            </p:cNvPr>
            <p:cNvCxnSpPr>
              <a:cxnSpLocks/>
            </p:cNvCxnSpPr>
            <p:nvPr userDrawn="1"/>
          </p:nvCxnSpPr>
          <p:spPr>
            <a:xfrm flipV="1">
              <a:off x="-1486" y="-3020401"/>
              <a:ext cx="8051753" cy="9102281"/>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grpSp>
      <p:sp>
        <p:nvSpPr>
          <p:cNvPr id="30" name="Freeform: Shape 29">
            <a:extLst>
              <a:ext uri="{FF2B5EF4-FFF2-40B4-BE49-F238E27FC236}">
                <a16:creationId xmlns:a16="http://schemas.microsoft.com/office/drawing/2014/main" id="{4632403F-4B9F-429E-9B25-0ECDFD42CF19}"/>
              </a:ext>
            </a:extLst>
          </p:cNvPr>
          <p:cNvSpPr/>
          <p:nvPr userDrawn="1"/>
        </p:nvSpPr>
        <p:spPr>
          <a:xfrm>
            <a:off x="5762123" y="3127829"/>
            <a:ext cx="667754" cy="602342"/>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pic>
        <p:nvPicPr>
          <p:cNvPr id="17" name="Graphic 16">
            <a:extLst>
              <a:ext uri="{FF2B5EF4-FFF2-40B4-BE49-F238E27FC236}">
                <a16:creationId xmlns:a16="http://schemas.microsoft.com/office/drawing/2014/main" id="{120D6684-9CB4-432C-84B7-4ABC08AE7CC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53750" y="6376921"/>
            <a:ext cx="924497" cy="213562"/>
          </a:xfrm>
          <a:prstGeom prst="rect">
            <a:avLst/>
          </a:prstGeom>
        </p:spPr>
      </p:pic>
    </p:spTree>
    <p:extLst>
      <p:ext uri="{BB962C8B-B14F-4D97-AF65-F5344CB8AC3E}">
        <p14:creationId xmlns:p14="http://schemas.microsoft.com/office/powerpoint/2010/main" val="424662315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01297E8A-BBDE-4293-90C7-131F45678E37}"/>
              </a:ext>
            </a:extLst>
          </p:cNvPr>
          <p:cNvGrpSpPr/>
          <p:nvPr userDrawn="1"/>
        </p:nvGrpSpPr>
        <p:grpSpPr>
          <a:xfrm>
            <a:off x="-954966" y="0"/>
            <a:ext cx="850185" cy="1861222"/>
            <a:chOff x="-954966" y="304355"/>
            <a:chExt cx="850185" cy="1861222"/>
          </a:xfrm>
        </p:grpSpPr>
        <p:sp>
          <p:nvSpPr>
            <p:cNvPr id="37" name="Retângulo 13">
              <a:extLst>
                <a:ext uri="{FF2B5EF4-FFF2-40B4-BE49-F238E27FC236}">
                  <a16:creationId xmlns:a16="http://schemas.microsoft.com/office/drawing/2014/main" id="{3AA95D09-E6E1-455E-A12A-0B7004FA5266}"/>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126 126 126</a:t>
              </a:r>
            </a:p>
          </p:txBody>
        </p:sp>
        <p:sp>
          <p:nvSpPr>
            <p:cNvPr id="38" name="Retângulo 14">
              <a:extLst>
                <a:ext uri="{FF2B5EF4-FFF2-40B4-BE49-F238E27FC236}">
                  <a16:creationId xmlns:a16="http://schemas.microsoft.com/office/drawing/2014/main" id="{F11F0483-491A-4BB4-9426-359C3667CEA5}"/>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255 188 0</a:t>
              </a:r>
            </a:p>
          </p:txBody>
        </p:sp>
        <p:sp>
          <p:nvSpPr>
            <p:cNvPr id="39" name="Retângulo 16">
              <a:extLst>
                <a:ext uri="{FF2B5EF4-FFF2-40B4-BE49-F238E27FC236}">
                  <a16:creationId xmlns:a16="http://schemas.microsoft.com/office/drawing/2014/main" id="{F132B67C-337F-4AD9-BDCC-DFFD7252F949}"/>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0 210 197</a:t>
              </a:r>
            </a:p>
          </p:txBody>
        </p:sp>
        <p:sp>
          <p:nvSpPr>
            <p:cNvPr id="40" name="Retângulo 18">
              <a:extLst>
                <a:ext uri="{FF2B5EF4-FFF2-40B4-BE49-F238E27FC236}">
                  <a16:creationId xmlns:a16="http://schemas.microsoft.com/office/drawing/2014/main" id="{FC03D85E-9A50-4C52-BEE1-98C62D9BC256}"/>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0 0 0</a:t>
              </a:r>
            </a:p>
          </p:txBody>
        </p:sp>
        <p:sp>
          <p:nvSpPr>
            <p:cNvPr id="41" name="Retângulo 19">
              <a:extLst>
                <a:ext uri="{FF2B5EF4-FFF2-40B4-BE49-F238E27FC236}">
                  <a16:creationId xmlns:a16="http://schemas.microsoft.com/office/drawing/2014/main" id="{311565C6-9EB7-4E68-9DA3-88F7E38F2249}"/>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50 52 54</a:t>
              </a:r>
            </a:p>
          </p:txBody>
        </p:sp>
        <p:sp>
          <p:nvSpPr>
            <p:cNvPr id="42" name="Retângulo 25">
              <a:extLst>
                <a:ext uri="{FF2B5EF4-FFF2-40B4-BE49-F238E27FC236}">
                  <a16:creationId xmlns:a16="http://schemas.microsoft.com/office/drawing/2014/main" id="{4098D990-3A3F-4006-8DF9-51A190E5F76D}"/>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64 64 64</a:t>
              </a:r>
            </a:p>
          </p:txBody>
        </p:sp>
      </p:grpSp>
      <p:sp>
        <p:nvSpPr>
          <p:cNvPr id="10" name="CaixaDeTexto 9">
            <a:extLst>
              <a:ext uri="{FF2B5EF4-FFF2-40B4-BE49-F238E27FC236}">
                <a16:creationId xmlns:a16="http://schemas.microsoft.com/office/drawing/2014/main" id="{814DD45A-D6F2-46EA-AA62-68E98F5F4987}"/>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8" name="Conector reto 7">
            <a:extLst>
              <a:ext uri="{FF2B5EF4-FFF2-40B4-BE49-F238E27FC236}">
                <a16:creationId xmlns:a16="http://schemas.microsoft.com/office/drawing/2014/main" id="{33FAAD83-C482-4B7E-8CB8-CB3E60BE9194}"/>
              </a:ext>
            </a:extLst>
          </p:cNvPr>
          <p:cNvCxnSpPr/>
          <p:nvPr userDrawn="1"/>
        </p:nvCxnSpPr>
        <p:spPr>
          <a:xfrm>
            <a:off x="0" y="6858000"/>
            <a:ext cx="121920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CaixaDeTexto 2">
            <a:extLst>
              <a:ext uri="{FF2B5EF4-FFF2-40B4-BE49-F238E27FC236}">
                <a16:creationId xmlns:a16="http://schemas.microsoft.com/office/drawing/2014/main" id="{1D7C2553-B825-4B03-AF3B-B56FF4A570D3}"/>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dirty="0">
                <a:latin typeface="Roboto" panose="02000000000000000000" pitchFamily="2" charset="0"/>
                <a:ea typeface="Roboto" panose="02000000000000000000" pitchFamily="2" charset="0"/>
                <a:cs typeface="Roboto" panose="02000000000000000000" pitchFamily="2" charset="0"/>
              </a:rPr>
              <a:t>XP RESEARCH</a:t>
            </a:r>
          </a:p>
        </p:txBody>
      </p:sp>
      <p:cxnSp>
        <p:nvCxnSpPr>
          <p:cNvPr id="33" name="Conector Reto 170">
            <a:extLst>
              <a:ext uri="{FF2B5EF4-FFF2-40B4-BE49-F238E27FC236}">
                <a16:creationId xmlns:a16="http://schemas.microsoft.com/office/drawing/2014/main" id="{F2D51BA9-75B3-4424-AA8F-E379994343EA}"/>
              </a:ext>
            </a:extLst>
          </p:cNvPr>
          <p:cNvCxnSpPr>
            <a:cxnSpLocks/>
          </p:cNvCxnSpPr>
          <p:nvPr userDrawn="1"/>
        </p:nvCxnSpPr>
        <p:spPr>
          <a:xfrm flipV="1">
            <a:off x="691991" y="6297167"/>
            <a:ext cx="0" cy="36504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2" name="Date Placeholder 1">
            <a:extLst>
              <a:ext uri="{FF2B5EF4-FFF2-40B4-BE49-F238E27FC236}">
                <a16:creationId xmlns:a16="http://schemas.microsoft.com/office/drawing/2014/main" id="{4B83431C-0473-4242-B64D-3953534562FB}"/>
              </a:ext>
            </a:extLst>
          </p:cNvPr>
          <p:cNvSpPr>
            <a:spLocks noGrp="1"/>
          </p:cNvSpPr>
          <p:nvPr userDrawn="1">
            <p:ph type="dt" sz="half" idx="2"/>
          </p:nvPr>
        </p:nvSpPr>
        <p:spPr>
          <a:xfrm>
            <a:off x="8709026" y="345645"/>
            <a:ext cx="3146424" cy="210546"/>
          </a:xfrm>
          <a:prstGeom prst="rect">
            <a:avLst/>
          </a:prstGeom>
        </p:spPr>
        <p:txBody>
          <a:bodyPr vert="horz" lIns="91440" tIns="45720" rIns="91440" bIns="45720" rtlCol="0" anchor="ctr"/>
          <a:lstStyle>
            <a:lvl1pPr algn="r">
              <a:defRPr sz="1200">
                <a:solidFill>
                  <a:schemeClr val="tx2"/>
                </a:solidFill>
                <a:latin typeface="+mn-lt"/>
                <a:ea typeface="Roboto Slab Medium" pitchFamily="2" charset="0"/>
                <a:cs typeface="Roboto" panose="02000000000000000000" pitchFamily="2" charset="0"/>
              </a:defRPr>
            </a:lvl1pPr>
          </a:lstStyle>
          <a:p>
            <a:fld id="{7A0DFDED-4028-4CF3-8A12-7A2839B0F8BB}" type="datetime4">
              <a:rPr lang="pt-BR" smtClean="0"/>
              <a:t>11 de setembro de 2026</a:t>
            </a:fld>
            <a:endParaRPr lang="en-US" dirty="0"/>
          </a:p>
        </p:txBody>
      </p:sp>
      <p:sp>
        <p:nvSpPr>
          <p:cNvPr id="15" name="Freeform: Shape 14">
            <a:extLst>
              <a:ext uri="{FF2B5EF4-FFF2-40B4-BE49-F238E27FC236}">
                <a16:creationId xmlns:a16="http://schemas.microsoft.com/office/drawing/2014/main" id="{2600E467-0AF0-45B5-9014-4BA6F4A1BFAB}"/>
              </a:ext>
            </a:extLst>
          </p:cNvPr>
          <p:cNvSpPr/>
          <p:nvPr userDrawn="1"/>
        </p:nvSpPr>
        <p:spPr>
          <a:xfrm>
            <a:off x="336550" y="635770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tx1"/>
          </a:solidFill>
          <a:ln w="6350" cap="flat">
            <a:noFill/>
            <a:prstDash val="solid"/>
            <a:miter/>
          </a:ln>
        </p:spPr>
        <p:txBody>
          <a:bodyPr rtlCol="0" anchor="ctr"/>
          <a:lstStyle/>
          <a:p>
            <a:endParaRPr lang="en-US"/>
          </a:p>
        </p:txBody>
      </p:sp>
      <p:sp>
        <p:nvSpPr>
          <p:cNvPr id="16" name="Espaço Reservado para Texto 6">
            <a:extLst>
              <a:ext uri="{FF2B5EF4-FFF2-40B4-BE49-F238E27FC236}">
                <a16:creationId xmlns:a16="http://schemas.microsoft.com/office/drawing/2014/main" id="{3A52104E-97DC-4B15-AED8-B82C6576670F}"/>
              </a:ext>
            </a:extLst>
          </p:cNvPr>
          <p:cNvSpPr txBox="1">
            <a:spLocks/>
          </p:cNvSpPr>
          <p:nvPr userDrawn="1"/>
        </p:nvSpPr>
        <p:spPr>
          <a:xfrm>
            <a:off x="8723310" y="567647"/>
            <a:ext cx="3132139" cy="142093"/>
          </a:xfrm>
          <a:prstGeom prst="rect">
            <a:avLst/>
          </a:prstGeom>
        </p:spPr>
        <p:txBody>
          <a:bodyPr vert="horz" lIns="0" tIns="0" rIns="0" bIns="0" rtlCol="0" anchor="t">
            <a:noAutofit/>
          </a:bodyPr>
          <a:lstStyle>
            <a:lvl1pPr marL="0" indent="0" algn="r" defTabSz="685808" rtl="0" eaLnBrk="1" latinLnBrk="0" hangingPunct="1">
              <a:lnSpc>
                <a:spcPct val="90000"/>
              </a:lnSpc>
              <a:spcBef>
                <a:spcPts val="751"/>
              </a:spcBef>
              <a:buFont typeface="Arial" panose="020B0604020202020204" pitchFamily="34" charset="0"/>
              <a:buNone/>
              <a:defRPr lang="pt-BR" sz="1200" b="0" kern="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dirty="0" err="1"/>
              <a:t>Estratégia</a:t>
            </a:r>
            <a:r>
              <a:rPr lang="en-US" dirty="0"/>
              <a:t> de </a:t>
            </a:r>
            <a:r>
              <a:rPr lang="en-US" dirty="0" err="1"/>
              <a:t>ações</a:t>
            </a:r>
            <a:endParaRPr lang="en-US" dirty="0"/>
          </a:p>
        </p:txBody>
      </p:sp>
    </p:spTree>
    <p:extLst>
      <p:ext uri="{BB962C8B-B14F-4D97-AF65-F5344CB8AC3E}">
        <p14:creationId xmlns:p14="http://schemas.microsoft.com/office/powerpoint/2010/main" val="1777323005"/>
      </p:ext>
    </p:extLst>
  </p:cSld>
  <p:clrMap bg1="lt1" tx1="dk1" bg2="lt2" tx2="dk2" accent1="accent1" accent2="accent2" accent3="accent3" accent4="accent4" accent5="accent5" accent6="accent6" hlink="hlink" folHlink="folHlink"/>
  <p:sldLayoutIdLst>
    <p:sldLayoutId id="2147483940" r:id="rId1"/>
    <p:sldLayoutId id="2147483947" r:id="rId2"/>
    <p:sldLayoutId id="2147483948" r:id="rId3"/>
    <p:sldLayoutId id="2147483949" r:id="rId4"/>
    <p:sldLayoutId id="2147483950" r:id="rId5"/>
    <p:sldLayoutId id="2147483951" r:id="rId6"/>
    <p:sldLayoutId id="2147483918" r:id="rId7"/>
    <p:sldLayoutId id="2147483920" r:id="rId8"/>
    <p:sldLayoutId id="2147483941" r:id="rId9"/>
    <p:sldLayoutId id="2147483944" r:id="rId10"/>
    <p:sldLayoutId id="2147483942" r:id="rId11"/>
    <p:sldLayoutId id="2147483943" r:id="rId12"/>
    <p:sldLayoutId id="2147483893" r:id="rId13"/>
    <p:sldLayoutId id="2147483952" r:id="rId14"/>
    <p:sldLayoutId id="2147483946" r:id="rId15"/>
    <p:sldLayoutId id="2147483916" r:id="rId16"/>
  </p:sldLayoutIdLst>
  <p:hf sldNum="0" hdr="0" ftr="0"/>
  <p:txStyles>
    <p:titleStyle>
      <a:lvl1pPr algn="l" defTabSz="685808" rtl="0" eaLnBrk="1" latinLnBrk="0" hangingPunct="1">
        <a:lnSpc>
          <a:spcPct val="90000"/>
        </a:lnSpc>
        <a:spcBef>
          <a:spcPct val="0"/>
        </a:spcBef>
        <a:buNone/>
        <a:defRPr sz="2251" b="0" kern="1200">
          <a:solidFill>
            <a:schemeClr val="tx1"/>
          </a:solidFill>
          <a:latin typeface="+mj-lt"/>
          <a:ea typeface="+mj-ea"/>
          <a:cs typeface="+mj-cs"/>
        </a:defRPr>
      </a:lvl1pPr>
    </p:titleStyle>
    <p:bodyStyle>
      <a:lvl1pPr marL="0" indent="0" algn="l" defTabSz="685808" rtl="0" eaLnBrk="1" latinLnBrk="0" hangingPunct="1">
        <a:lnSpc>
          <a:spcPct val="90000"/>
        </a:lnSpc>
        <a:spcBef>
          <a:spcPts val="751"/>
        </a:spcBef>
        <a:buFont typeface="Arial" panose="020B0604020202020204" pitchFamily="34" charset="0"/>
        <a:buNone/>
        <a:defRPr sz="1200" kern="1200">
          <a:solidFill>
            <a:schemeClr val="tx2"/>
          </a:solidFill>
          <a:latin typeface="+mn-lt"/>
          <a:ea typeface="+mn-ea"/>
          <a:cs typeface="+mn-cs"/>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pt-BR"/>
      </a:defPPr>
      <a:lvl1pPr marL="0" algn="l" defTabSz="685808" rtl="0" eaLnBrk="1" latinLnBrk="0" hangingPunct="1">
        <a:defRPr sz="1351" kern="1200">
          <a:solidFill>
            <a:schemeClr val="tx1"/>
          </a:solidFill>
          <a:latin typeface="+mn-lt"/>
          <a:ea typeface="+mn-ea"/>
          <a:cs typeface="+mn-cs"/>
        </a:defRPr>
      </a:lvl1pPr>
      <a:lvl2pPr marL="342905" algn="l" defTabSz="685808" rtl="0" eaLnBrk="1" latinLnBrk="0" hangingPunct="1">
        <a:defRPr sz="1351" kern="1200">
          <a:solidFill>
            <a:schemeClr val="tx1"/>
          </a:solidFill>
          <a:latin typeface="+mn-lt"/>
          <a:ea typeface="+mn-ea"/>
          <a:cs typeface="+mn-cs"/>
        </a:defRPr>
      </a:lvl2pPr>
      <a:lvl3pPr marL="685808" algn="l" defTabSz="685808" rtl="0" eaLnBrk="1" latinLnBrk="0" hangingPunct="1">
        <a:defRPr sz="1351" kern="1200">
          <a:solidFill>
            <a:schemeClr val="tx1"/>
          </a:solidFill>
          <a:latin typeface="+mn-lt"/>
          <a:ea typeface="+mn-ea"/>
          <a:cs typeface="+mn-cs"/>
        </a:defRPr>
      </a:lvl3pPr>
      <a:lvl4pPr marL="1028713" algn="l" defTabSz="685808" rtl="0" eaLnBrk="1" latinLnBrk="0" hangingPunct="1">
        <a:defRPr sz="1351" kern="1200">
          <a:solidFill>
            <a:schemeClr val="tx1"/>
          </a:solidFill>
          <a:latin typeface="+mn-lt"/>
          <a:ea typeface="+mn-ea"/>
          <a:cs typeface="+mn-cs"/>
        </a:defRPr>
      </a:lvl4pPr>
      <a:lvl5pPr marL="1371617" algn="l" defTabSz="685808" rtl="0" eaLnBrk="1" latinLnBrk="0" hangingPunct="1">
        <a:defRPr sz="1351" kern="1200">
          <a:solidFill>
            <a:schemeClr val="tx1"/>
          </a:solidFill>
          <a:latin typeface="+mn-lt"/>
          <a:ea typeface="+mn-ea"/>
          <a:cs typeface="+mn-cs"/>
        </a:defRPr>
      </a:lvl5pPr>
      <a:lvl6pPr marL="1714522" algn="l" defTabSz="685808" rtl="0" eaLnBrk="1" latinLnBrk="0" hangingPunct="1">
        <a:defRPr sz="1351" kern="1200">
          <a:solidFill>
            <a:schemeClr val="tx1"/>
          </a:solidFill>
          <a:latin typeface="+mn-lt"/>
          <a:ea typeface="+mn-ea"/>
          <a:cs typeface="+mn-cs"/>
        </a:defRPr>
      </a:lvl6pPr>
      <a:lvl7pPr marL="2057426" algn="l" defTabSz="685808" rtl="0" eaLnBrk="1" latinLnBrk="0" hangingPunct="1">
        <a:defRPr sz="1351" kern="1200">
          <a:solidFill>
            <a:schemeClr val="tx1"/>
          </a:solidFill>
          <a:latin typeface="+mn-lt"/>
          <a:ea typeface="+mn-ea"/>
          <a:cs typeface="+mn-cs"/>
        </a:defRPr>
      </a:lvl7pPr>
      <a:lvl8pPr marL="2400330" algn="l" defTabSz="685808" rtl="0" eaLnBrk="1" latinLnBrk="0" hangingPunct="1">
        <a:defRPr sz="1351" kern="1200">
          <a:solidFill>
            <a:schemeClr val="tx1"/>
          </a:solidFill>
          <a:latin typeface="+mn-lt"/>
          <a:ea typeface="+mn-ea"/>
          <a:cs typeface="+mn-cs"/>
        </a:defRPr>
      </a:lvl8pPr>
      <a:lvl9pPr marL="2743235" algn="l" defTabSz="685808" rtl="0" eaLnBrk="1" latinLnBrk="0" hangingPunct="1">
        <a:defRPr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93">
          <p15:clr>
            <a:srgbClr val="F26B43"/>
          </p15:clr>
        </p15:guide>
        <p15:guide id="2" pos="212">
          <p15:clr>
            <a:srgbClr val="F26B43"/>
          </p15:clr>
        </p15:guide>
        <p15:guide id="3" pos="7468">
          <p15:clr>
            <a:srgbClr val="F26B43"/>
          </p15:clr>
        </p15:guide>
        <p15:guide id="4" orient="horz" pos="2273" userDrawn="1">
          <p15:clr>
            <a:srgbClr val="F26B43"/>
          </p15:clr>
        </p15:guide>
        <p15:guide id="5" orient="horz" pos="73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Layout" Target="../slideLayouts/slideLayout9.xml"/><Relationship Id="rId3" Type="http://schemas.openxmlformats.org/officeDocument/2006/relationships/notesSlide" Target="../notesSlides/notesSlide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32">
            <a:extLst>
              <a:ext uri="{FF2B5EF4-FFF2-40B4-BE49-F238E27FC236}">
                <a16:creationId xmlns:a16="http://schemas.microsoft.com/office/drawing/2014/main" id="{8E92342A-B52D-7F07-345C-B2D1BB37C740}"/>
              </a:ext>
            </a:extLst>
          </p:cNvPr>
          <p:cNvPicPr>
            <a:picLocks noChangeAspect="1"/>
          </p:cNvPicPr>
          <p:nvPr/>
        </p:nvPicPr>
        <p:blipFill>
          <a:blip r:embed="rId4">
            <a:alphaModFix amt="10000"/>
          </a:blip>
          <a:stretch>
            <a:fillRect/>
          </a:stretch>
        </p:blipFill>
        <p:spPr>
          <a:xfrm>
            <a:off x="4252913" y="4341385"/>
            <a:ext cx="3713728" cy="451021"/>
          </a:xfrm>
          <a:prstGeom prst="rect">
            <a:avLst/>
          </a:prstGeom>
        </p:spPr>
      </p:pic>
      <p:graphicFrame>
        <p:nvGraphicFramePr>
          <p:cNvPr id="5" name="Table 26">
            <a:extLst>
              <a:ext uri="{FF2B5EF4-FFF2-40B4-BE49-F238E27FC236}">
                <a16:creationId xmlns:a16="http://schemas.microsoft.com/office/drawing/2014/main" id="{CD2A42A9-D31F-1A68-3647-BCF96652959E}"/>
              </a:ext>
            </a:extLst>
          </p:cNvPr>
          <p:cNvGraphicFramePr>
            <a:graphicFrameLocks noGrp="1"/>
          </p:cNvGraphicFramePr>
          <p:nvPr>
            <p:custDataLst>
              <p:tags r:id="rId1"/>
            </p:custDataLst>
            <p:extLst>
              <p:ext uri="{D42A27DB-BD31-4B8C-83A1-F6EECF244321}">
                <p14:modId xmlns:p14="http://schemas.microsoft.com/office/powerpoint/2010/main" val="2575514143"/>
              </p:ext>
            </p:extLst>
          </p:nvPr>
        </p:nvGraphicFramePr>
        <p:xfrm>
          <a:off x="335999" y="3038866"/>
          <a:ext cx="11632680" cy="3105121"/>
        </p:xfrm>
        <a:graphic>
          <a:graphicData uri="http://schemas.openxmlformats.org/drawingml/2006/table">
            <a:tbl>
              <a:tblPr firstRow="1" bandRow="1">
                <a:tableStyleId>{69012ECD-51FC-41F1-AA8D-1B2483CD663E}</a:tableStyleId>
              </a:tblPr>
              <a:tblGrid>
                <a:gridCol w="2326536">
                  <a:extLst>
                    <a:ext uri="{9D8B030D-6E8A-4147-A177-3AD203B41FA5}">
                      <a16:colId xmlns:a16="http://schemas.microsoft.com/office/drawing/2014/main" val="3360122001"/>
                    </a:ext>
                  </a:extLst>
                </a:gridCol>
                <a:gridCol w="2326536">
                  <a:extLst>
                    <a:ext uri="{9D8B030D-6E8A-4147-A177-3AD203B41FA5}">
                      <a16:colId xmlns:a16="http://schemas.microsoft.com/office/drawing/2014/main" val="2141681432"/>
                    </a:ext>
                  </a:extLst>
                </a:gridCol>
                <a:gridCol w="2326536">
                  <a:extLst>
                    <a:ext uri="{9D8B030D-6E8A-4147-A177-3AD203B41FA5}">
                      <a16:colId xmlns:a16="http://schemas.microsoft.com/office/drawing/2014/main" val="1959092975"/>
                    </a:ext>
                  </a:extLst>
                </a:gridCol>
                <a:gridCol w="2326536">
                  <a:extLst>
                    <a:ext uri="{9D8B030D-6E8A-4147-A177-3AD203B41FA5}">
                      <a16:colId xmlns:a16="http://schemas.microsoft.com/office/drawing/2014/main" val="3279023917"/>
                    </a:ext>
                  </a:extLst>
                </a:gridCol>
                <a:gridCol w="2326536">
                  <a:extLst>
                    <a:ext uri="{9D8B030D-6E8A-4147-A177-3AD203B41FA5}">
                      <a16:colId xmlns:a16="http://schemas.microsoft.com/office/drawing/2014/main" val="3779119269"/>
                    </a:ext>
                  </a:extLst>
                </a:gridCol>
              </a:tblGrid>
              <a:tr h="182332">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kumimoji="0" lang="pt-BR" sz="1000" b="1" i="0" u="none" strike="noStrike" kern="1200" cap="none" spc="0" normalizeH="0" baseline="0" noProof="0" dirty="0">
                          <a:ln>
                            <a:noFill/>
                          </a:ln>
                          <a:solidFill>
                            <a:srgbClr val="FFFFFF"/>
                          </a:solidFill>
                          <a:effectLst/>
                          <a:uLnTx/>
                          <a:uFillTx/>
                          <a:latin typeface="+mj-lt"/>
                          <a:ea typeface="+mn-ea"/>
                          <a:cs typeface="+mn-cs"/>
                        </a:rPr>
                        <a:t>Segunda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2130"/>
                    </a:solidFill>
                  </a:tcP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kumimoji="0" lang="pt-BR" sz="1000" b="1" i="0" u="none" strike="noStrike" kern="1200" cap="none" spc="0" normalizeH="0" baseline="0" noProof="0" dirty="0">
                          <a:ln>
                            <a:noFill/>
                          </a:ln>
                          <a:solidFill>
                            <a:srgbClr val="FFFFFF"/>
                          </a:solidFill>
                          <a:effectLst/>
                          <a:uLnTx/>
                          <a:uFillTx/>
                          <a:latin typeface="+mj-lt"/>
                          <a:ea typeface="+mn-ea"/>
                          <a:cs typeface="+mn-cs"/>
                        </a:rPr>
                        <a:t>Terça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2130"/>
                    </a:solidFill>
                  </a:tcP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kumimoji="0" lang="pt-BR" sz="1000" b="1" i="0" u="none" strike="noStrike" kern="1200" cap="none" spc="0" normalizeH="0" baseline="0" noProof="0" dirty="0">
                          <a:ln>
                            <a:noFill/>
                          </a:ln>
                          <a:solidFill>
                            <a:srgbClr val="FFFFFF"/>
                          </a:solidFill>
                          <a:effectLst/>
                          <a:uLnTx/>
                          <a:uFillTx/>
                          <a:latin typeface="+mj-lt"/>
                          <a:ea typeface="+mn-ea"/>
                          <a:cs typeface="+mn-cs"/>
                        </a:rPr>
                        <a:t>Quarta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2130"/>
                    </a:solidFill>
                  </a:tcP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kumimoji="0" lang="pt-BR" sz="1000" b="1" i="0" u="none" strike="noStrike" kern="1200" cap="none" spc="0" normalizeH="0" baseline="0" noProof="0" dirty="0">
                          <a:ln>
                            <a:noFill/>
                          </a:ln>
                          <a:solidFill>
                            <a:srgbClr val="FFFFFF"/>
                          </a:solidFill>
                          <a:effectLst/>
                          <a:uLnTx/>
                          <a:uFillTx/>
                          <a:latin typeface="+mj-lt"/>
                          <a:ea typeface="+mn-ea"/>
                          <a:cs typeface="+mn-cs"/>
                        </a:rPr>
                        <a:t>Quinta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2130"/>
                    </a:solidFill>
                  </a:tcP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kumimoji="0" lang="pt-BR" sz="1000" b="1" i="0" u="none" strike="noStrike" kern="1200" cap="none" spc="0" normalizeH="0" baseline="0" noProof="0" dirty="0">
                          <a:ln>
                            <a:noFill/>
                          </a:ln>
                          <a:solidFill>
                            <a:srgbClr val="FFFFFF"/>
                          </a:solidFill>
                          <a:effectLst/>
                          <a:uLnTx/>
                          <a:uFillTx/>
                          <a:latin typeface="+mj-lt"/>
                          <a:ea typeface="+mn-ea"/>
                          <a:cs typeface="+mn-cs"/>
                        </a:rPr>
                        <a:t>Sexta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2130"/>
                    </a:solidFill>
                  </a:tcPr>
                </a:tc>
                <a:extLst>
                  <a:ext uri="{0D108BD9-81ED-4DB2-BD59-A6C34878D82A}">
                    <a16:rowId xmlns:a16="http://schemas.microsoft.com/office/drawing/2014/main" val="2213003835"/>
                  </a:ext>
                </a:extLst>
              </a:tr>
              <a:tr h="2861281">
                <a:tc>
                  <a:txBody>
                    <a:bodyPr/>
                    <a:lstStyle/>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Brasil: Boletim Focus</a:t>
                      </a:r>
                    </a:p>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Japão: Ata do BoJ</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Brasil: PNAD Contínua – desemprego (ago)</a:t>
                      </a:r>
                    </a:p>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EUA: JOLTS (ago); Confiança do consumidor Conference Board (set)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EUA: Deflator PCE e Core PCE (ago); ADP (set)</a:t>
                      </a:r>
                    </a:p>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China: PMI oficial (set); PMI RatingDog (set)</a:t>
                      </a:r>
                    </a:p>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Brasil: Dados fiscais – dívida bruta/PIB (ago)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EUA: ISM Industrial (set); Jobless claims</a:t>
                      </a:r>
                    </a:p>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Zona do Euro: Taxa de desemprego (ago)</a:t>
                      </a:r>
                    </a:p>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Japão: Tankan (3T)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EUA: Payroll (set); Taxa de desemprego (set)</a:t>
                      </a:r>
                    </a:p>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Zona do Euro: CPI (set); Core CPI (set)</a:t>
                      </a:r>
                    </a:p>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Japão: CPI de Tóquio (set)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2890459"/>
                  </a:ext>
                </a:extLst>
              </a:tr>
            </a:tbl>
          </a:graphicData>
        </a:graphic>
      </p:graphicFrame>
      <p:sp>
        <p:nvSpPr>
          <p:cNvPr id="2" name="Text Placeholder 1">
            <a:extLst>
              <a:ext uri="{FF2B5EF4-FFF2-40B4-BE49-F238E27FC236}">
                <a16:creationId xmlns:a16="http://schemas.microsoft.com/office/drawing/2014/main" id="{D71F2E3B-5CB4-4876-9A9D-2E97C1D73457}"/>
              </a:ext>
            </a:extLst>
          </p:cNvPr>
          <p:cNvSpPr>
            <a:spLocks noGrp="1"/>
          </p:cNvSpPr>
          <p:nvPr>
            <p:ph type="body" sz="quarter" idx="18"/>
          </p:nvPr>
        </p:nvSpPr>
        <p:spPr>
          <a:xfrm>
            <a:off x="788194" y="6311730"/>
            <a:ext cx="9901004" cy="357357"/>
          </a:xfrm>
        </p:spPr>
        <p:txBody>
          <a:bodyPr/>
          <a:lstStyle/>
          <a:p>
            <a:r>
              <a:rPr lang="pt-BR" noProof="0" dirty="0"/>
              <a:t>Fonte: XP Research.</a:t>
            </a:r>
          </a:p>
        </p:txBody>
      </p:sp>
      <p:sp>
        <p:nvSpPr>
          <p:cNvPr id="4" name="Text Placeholder 3">
            <a:extLst>
              <a:ext uri="{FF2B5EF4-FFF2-40B4-BE49-F238E27FC236}">
                <a16:creationId xmlns:a16="http://schemas.microsoft.com/office/drawing/2014/main" id="{0E873E02-4DFC-4684-A7B1-0ACA827741DD}"/>
              </a:ext>
            </a:extLst>
          </p:cNvPr>
          <p:cNvSpPr>
            <a:spLocks noGrp="1"/>
          </p:cNvSpPr>
          <p:nvPr>
            <p:ph type="body" sz="quarter" idx="24"/>
          </p:nvPr>
        </p:nvSpPr>
        <p:spPr>
          <a:xfrm>
            <a:off x="335999" y="1160463"/>
            <a:ext cx="11518900" cy="1789378"/>
          </a:xfrm>
        </p:spPr>
        <p:txBody>
          <a:bodyPr anchor="ctr"/>
          <a:lstStyle/>
          <a:p>
            <a:endParaRPr lang="en-US" dirty="0"/>
          </a:p>
        </p:txBody>
      </p:sp>
      <p:sp>
        <p:nvSpPr>
          <p:cNvPr id="11" name="Text Placeholder 10">
            <a:extLst>
              <a:ext uri="{FF2B5EF4-FFF2-40B4-BE49-F238E27FC236}">
                <a16:creationId xmlns:a16="http://schemas.microsoft.com/office/drawing/2014/main" id="{BC4B4D41-BD71-4F1B-A14D-05830255DC89}"/>
              </a:ext>
            </a:extLst>
          </p:cNvPr>
          <p:cNvSpPr>
            <a:spLocks noGrp="1"/>
          </p:cNvSpPr>
          <p:nvPr>
            <p:ph type="body" sz="quarter" idx="16"/>
          </p:nvPr>
        </p:nvSpPr>
        <p:spPr/>
        <p:txBody>
          <a:bodyPr/>
          <a:lstStyle/>
          <a:p>
            <a:r>
              <a:rPr lang="pt-BR" noProof="0" dirty="0"/>
              <a:t>O que esperar para semana que vem?</a:t>
            </a:r>
          </a:p>
        </p:txBody>
      </p:sp>
      <p:sp>
        <p:nvSpPr>
          <p:cNvPr id="12" name="Text Placeholder 11">
            <a:extLst>
              <a:ext uri="{FF2B5EF4-FFF2-40B4-BE49-F238E27FC236}">
                <a16:creationId xmlns:a16="http://schemas.microsoft.com/office/drawing/2014/main" id="{7E8D88E6-C0F3-4865-BBF1-545C12EF3660}"/>
              </a:ext>
            </a:extLst>
          </p:cNvPr>
          <p:cNvSpPr>
            <a:spLocks noGrp="1"/>
          </p:cNvSpPr>
          <p:nvPr>
            <p:ph type="body" sz="quarter" idx="17"/>
          </p:nvPr>
        </p:nvSpPr>
        <p:spPr/>
        <p:txBody>
          <a:bodyPr/>
          <a:lstStyle/>
          <a:p>
            <a:r>
              <a:rPr lang="pt-BR" noProof="0" dirty="0"/>
              <a:t>Para a Semana de 28 de setembro a 2 de outubro</a:t>
            </a:r>
          </a:p>
        </p:txBody>
      </p:sp>
      <p:sp>
        <p:nvSpPr>
          <p:cNvPr id="13" name="Date Placeholder 12">
            <a:extLst>
              <a:ext uri="{FF2B5EF4-FFF2-40B4-BE49-F238E27FC236}">
                <a16:creationId xmlns:a16="http://schemas.microsoft.com/office/drawing/2014/main" id="{3A753C05-1A33-464E-BAEE-6D30BF729186}"/>
              </a:ext>
            </a:extLst>
          </p:cNvPr>
          <p:cNvSpPr>
            <a:spLocks noGrp="1"/>
          </p:cNvSpPr>
          <p:nvPr>
            <p:ph type="dt" sz="half" idx="2"/>
          </p:nvPr>
        </p:nvSpPr>
        <p:spPr/>
        <p:txBody>
          <a:bodyPr/>
          <a:lstStyle/>
          <a:p>
            <a:fld id="{BC4164C3-5437-4A07-97D2-805618195F9C}" type="datetime4">
              <a:rPr lang="pt-BR" noProof="0" smtClean="0"/>
              <a:t>25 de setembro de 2026</a:t>
            </a:fld>
            <a:endParaRPr lang="pt-BR" noProof="0" dirty="0"/>
          </a:p>
        </p:txBody>
      </p:sp>
    </p:spTree>
    <p:extLst>
      <p:ext uri="{BB962C8B-B14F-4D97-AF65-F5344CB8AC3E}">
        <p14:creationId xmlns:p14="http://schemas.microsoft.com/office/powerpoint/2010/main" val="214768541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ags/tag15.xml><?xml version="1.0" encoding="utf-8"?>
<p:tagLst xmlns:a="http://schemas.openxmlformats.org/drawingml/2006/main" xmlns:r="http://schemas.openxmlformats.org/officeDocument/2006/relationships" xmlns:p="http://schemas.openxmlformats.org/presentationml/2006/main">
  <p:tag name="AFSPANMODE" val="span"/>
</p:tagLst>
</file>

<file path=ppt/theme/theme1.xml><?xml version="1.0" encoding="utf-8"?>
<a:theme xmlns:a="http://schemas.openxmlformats.org/drawingml/2006/main" name="3_Template DGA 16-9">
  <a:themeElements>
    <a:clrScheme name="XP Expert">
      <a:dk1>
        <a:srgbClr val="18191A"/>
      </a:dk1>
      <a:lt1>
        <a:srgbClr val="FFFFFF"/>
      </a:lt1>
      <a:dk2>
        <a:srgbClr val="74797C"/>
      </a:dk2>
      <a:lt2>
        <a:srgbClr val="3F3F3F"/>
      </a:lt2>
      <a:accent1>
        <a:srgbClr val="000000"/>
      </a:accent1>
      <a:accent2>
        <a:srgbClr val="323436"/>
      </a:accent2>
      <a:accent3>
        <a:srgbClr val="FFBC00"/>
      </a:accent3>
      <a:accent4>
        <a:srgbClr val="00D2C5"/>
      </a:accent4>
      <a:accent5>
        <a:srgbClr val="404040"/>
      </a:accent5>
      <a:accent6>
        <a:srgbClr val="7E7E7E"/>
      </a:accent6>
      <a:hlink>
        <a:srgbClr val="ABAAA8"/>
      </a:hlink>
      <a:folHlink>
        <a:srgbClr val="D8D7D6"/>
      </a:folHlink>
    </a:clrScheme>
    <a:fontScheme name="Custom 7">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plate DGA 16-9" id="{20AC8966-54B3-4AEB-9F15-2FAC00677CE9}" vid="{A89D11F2-817A-467C-A0C0-7C8864D65902}"/>
    </a:ext>
  </a:ext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8">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B0B99CD-C880-4F27-BFB1-85A4DFB94125}">
  <we:reference id="wa200003052" version="1.0.0.0" store="pt-BR" storeType="OMEX"/>
  <we:alternateReferences>
    <we:reference id="wa200003052" version="1.0.0.0" store="WA200003052"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7A14A92C739A9B409ACF3DE01F946714" ma:contentTypeVersion="0" ma:contentTypeDescription="Crie um novo documento." ma:contentTypeScope="" ma:versionID="d6970213fcc3b4899587e607469b7075">
  <xsd:schema xmlns:xsd="http://www.w3.org/2001/XMLSchema" xmlns:xs="http://www.w3.org/2001/XMLSchema" xmlns:p="http://schemas.microsoft.com/office/2006/metadata/properties" targetNamespace="http://schemas.microsoft.com/office/2006/metadata/properties" ma:root="true" ma:fieldsID="f5caa2381842e2c7ed36c9a781c7f9f9">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91DFE75-644F-4655-9AAB-1BA51DEA2D18}">
  <ds:schemaRefs>
    <ds:schemaRef ds:uri="http://schemas.microsoft.com/office/infopath/2007/PartnerControls"/>
    <ds:schemaRef ds:uri="http://purl.org/dc/terms/"/>
    <ds:schemaRef ds:uri="http://schemas.microsoft.com/office/2006/documentManagement/types"/>
    <ds:schemaRef ds:uri="http://www.w3.org/XML/1998/namespace"/>
    <ds:schemaRef ds:uri="http://schemas.openxmlformats.org/package/2006/metadata/core-properties"/>
    <ds:schemaRef ds:uri="http://purl.org/dc/dcmitype/"/>
    <ds:schemaRef ds:uri="http://schemas.microsoft.com/office/2006/metadata/properties"/>
    <ds:schemaRef ds:uri="http://purl.org/dc/elements/1.1/"/>
  </ds:schemaRefs>
</ds:datastoreItem>
</file>

<file path=customXml/itemProps2.xml><?xml version="1.0" encoding="utf-8"?>
<ds:datastoreItem xmlns:ds="http://schemas.openxmlformats.org/officeDocument/2006/customXml" ds:itemID="{98E4DE29-FCA5-441A-A5C0-116A697881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F3C14C19-827A-43CC-840A-25F83CDFFAAA}">
  <ds:schemaRefs>
    <ds:schemaRef ds:uri="http://schemas.microsoft.com/sharepoint/v3/contenttype/forms"/>
  </ds:schemaRefs>
</ds:datastoreItem>
</file>

<file path=docMetadata/LabelInfo.xml><?xml version="1.0" encoding="utf-8"?>
<clbl:labelList xmlns:clbl="http://schemas.microsoft.com/office/2020/mipLabelMetadata">
  <clbl:label id="{e6a9157b-bcf3-4eac-b03e-7cf007ba9fdf}" enabled="1" method="Standard" siteId="{cf56e405-d2b0-4266-b210-aa04636b6161}" contentBits="2" removed="0"/>
</clbl:labelList>
</file>

<file path=docProps/app.xml><?xml version="1.0" encoding="utf-8"?>
<Properties xmlns="http://schemas.openxmlformats.org/officeDocument/2006/extended-properties" xmlns:vt="http://schemas.openxmlformats.org/officeDocument/2006/docPropsVTypes">
  <Template/>
  <TotalTime>118681</TotalTime>
  <Words>307</Words>
  <Application>Microsoft Office PowerPoint</Application>
  <PresentationFormat>Widescreen</PresentationFormat>
  <Paragraphs>25</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Roboto</vt:lpstr>
      <vt:lpstr>Roboto Light</vt:lpstr>
      <vt:lpstr>3_Template DGA 16-9</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Wrap Semanal</dc:title>
  <dc:creator>Pedro Urbinati</dc:creator>
  <cp:lastModifiedBy>Arthur Magno</cp:lastModifiedBy>
  <cp:revision>5518</cp:revision>
  <cp:lastPrinted>2019-11-05T18:41:12Z</cp:lastPrinted>
  <dcterms:created xsi:type="dcterms:W3CDTF">2016-08-23T12:44:29Z</dcterms:created>
  <dcterms:modified xsi:type="dcterms:W3CDTF">2026-09-11T16:34:45Z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0x0101007A14A92C739A9B409ACF3DE01F946714</vt:lpwstr>
  </property>
  <property fmtid="{D5CDD505-2E9C-101B-9397-08002B2CF9AE}" pid="3" name="MSIP_Label_e6a9157b-bcf3-4eac-b03e-7cf007ba9fdf_Enabled">
    <vt:lpwstr>true</vt:lpwstr>
  </property>
  <property fmtid="{D5CDD505-2E9C-101B-9397-08002B2CF9AE}" pid="4" name="MSIP_Label_e6a9157b-bcf3-4eac-b03e-7cf007ba9fdf_SetDate">
    <vt:lpwstr>2024-04-19T18:25:04Z</vt:lpwstr>
  </property>
  <property fmtid="{D5CDD505-2E9C-101B-9397-08002B2CF9AE}" pid="5" name="MSIP_Label_e6a9157b-bcf3-4eac-b03e-7cf007ba9fdf_Method">
    <vt:lpwstr>Standard</vt:lpwstr>
  </property>
  <property fmtid="{D5CDD505-2E9C-101B-9397-08002B2CF9AE}" pid="6" name="MSIP_Label_e6a9157b-bcf3-4eac-b03e-7cf007ba9fdf_Name">
    <vt:lpwstr>Publica</vt:lpwstr>
  </property>
  <property fmtid="{D5CDD505-2E9C-101B-9397-08002B2CF9AE}" pid="7" name="MSIP_Label_e6a9157b-bcf3-4eac-b03e-7cf007ba9fdf_SiteId">
    <vt:lpwstr>cf56e405-d2b0-4266-b210-aa04636b6161</vt:lpwstr>
  </property>
  <property fmtid="{D5CDD505-2E9C-101B-9397-08002B2CF9AE}" pid="8" name="MSIP_Label_e6a9157b-bcf3-4eac-b03e-7cf007ba9fdf_ActionId">
    <vt:lpwstr>d876ed2e-3bc1-4fac-8950-bed90f68862c</vt:lpwstr>
  </property>
  <property fmtid="{D5CDD505-2E9C-101B-9397-08002B2CF9AE}" pid="9" name="MSIP_Label_e6a9157b-bcf3-4eac-b03e-7cf007ba9fdf_ContentBits">
    <vt:lpwstr>2</vt:lpwstr>
  </property>
  <property fmtid="{D5CDD505-2E9C-101B-9397-08002B2CF9AE}" pid="10" name="ClassificationContentMarkingFooterLocations">
    <vt:lpwstr>3_Template DGA 16-9:4</vt:lpwstr>
  </property>
  <property fmtid="{D5CDD505-2E9C-101B-9397-08002B2CF9AE}" pid="11" name="ClassificationContentMarkingFooterText">
    <vt:lpwstr>[ CLASSIFICAÇÃO: PÚBLICA ]</vt:lpwstr>
  </property>
</Properties>
</file>